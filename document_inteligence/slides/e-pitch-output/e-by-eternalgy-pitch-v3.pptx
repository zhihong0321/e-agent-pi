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1547be416a4e95" /><Relationship Type="http://schemas.openxmlformats.org/officeDocument/2006/relationships/extended-properties" Target="/docProps/app.xml" Id="Re937349f67b0474e" /><Relationship Type="http://schemas.openxmlformats.org/officeDocument/2006/relationships/officeDocument" Target="/ppt/presentation.xml" Id="R9461b606d9c8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d931a808c341cf"/>
  </p:sldMasterIdLst>
  <p:notesMasterIdLst>
    <p:notesMasterId xmlns:r="http://schemas.openxmlformats.org/officeDocument/2006/relationships" r:id="Rb37471ed1d9441e0"/>
  </p:notesMasterIdLst>
  <p:sldIdLst>
    <p:sldId xmlns:r="http://schemas.openxmlformats.org/officeDocument/2006/relationships" id="256" r:id="R05b521ea041b42b5"/>
    <p:sldId xmlns:r="http://schemas.openxmlformats.org/officeDocument/2006/relationships" id="257" r:id="R1394484b26644563"/>
    <p:sldId xmlns:r="http://schemas.openxmlformats.org/officeDocument/2006/relationships" id="258" r:id="Rce2c9ad44fb240b0"/>
    <p:sldId xmlns:r="http://schemas.openxmlformats.org/officeDocument/2006/relationships" id="259" r:id="R886cb42bae8b42c6"/>
    <p:sldId xmlns:r="http://schemas.openxmlformats.org/officeDocument/2006/relationships" id="260" r:id="Rb889ab8fc53944fb"/>
    <p:sldId xmlns:r="http://schemas.openxmlformats.org/officeDocument/2006/relationships" id="261" r:id="R307ade404e09495b"/>
    <p:sldId xmlns:r="http://schemas.openxmlformats.org/officeDocument/2006/relationships" id="262" r:id="Raf93c7453264429f"/>
    <p:sldId xmlns:r="http://schemas.openxmlformats.org/officeDocument/2006/relationships" id="263" r:id="R6fec84b42d294691"/>
    <p:sldId xmlns:r="http://schemas.openxmlformats.org/officeDocument/2006/relationships" id="264" r:id="Re5828a28505a4737"/>
    <p:sldId xmlns:r="http://schemas.openxmlformats.org/officeDocument/2006/relationships" id="265" r:id="R98780e95c2c54e18"/>
    <p:sldId xmlns:r="http://schemas.openxmlformats.org/officeDocument/2006/relationships" id="266" r:id="R5b405ef9917c4ad5"/>
    <p:sldId xmlns:r="http://schemas.openxmlformats.org/officeDocument/2006/relationships" id="267" r:id="R691bac02e0ff4689"/>
    <p:sldId xmlns:r="http://schemas.openxmlformats.org/officeDocument/2006/relationships" id="268" r:id="Re276da624fe14cd4"/>
    <p:sldId xmlns:r="http://schemas.openxmlformats.org/officeDocument/2006/relationships" id="269" r:id="R8d965efef4e84125"/>
    <p:sldId xmlns:r="http://schemas.openxmlformats.org/officeDocument/2006/relationships" id="270" r:id="R55fdec2a27044bd7"/>
    <p:sldId xmlns:r="http://schemas.openxmlformats.org/officeDocument/2006/relationships" id="271" r:id="R037cea85dd424f72"/>
    <p:sldId xmlns:r="http://schemas.openxmlformats.org/officeDocument/2006/relationships" id="272" r:id="R22129e3676dc491b"/>
    <p:sldId xmlns:r="http://schemas.openxmlformats.org/officeDocument/2006/relationships" id="273" r:id="Rb378e1f869c246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9c08b76f04775" /><Relationship Type="http://schemas.openxmlformats.org/officeDocument/2006/relationships/slideMaster" Target="/ppt/slideMasters/slideMaster1.xml" Id="Rf1d931a808c341cf" /><Relationship Type="http://schemas.openxmlformats.org/officeDocument/2006/relationships/notesMaster" Target="/ppt/notesMasters/notesMaster1.xml" Id="Rb37471ed1d9441e0" /><Relationship Type="http://schemas.openxmlformats.org/officeDocument/2006/relationships/presProps" Target="/ppt/presProps.xml" Id="R9daa5764b874408e" /><Relationship Type="http://schemas.openxmlformats.org/officeDocument/2006/relationships/tableStyles" Target="/ppt/tableStyles.xml" Id="R64f043f9e06642e4" /><Relationship Type="http://schemas.openxmlformats.org/officeDocument/2006/relationships/slide" Target="/ppt/slides/slide1.xml" Id="R05b521ea041b42b5" /><Relationship Type="http://schemas.openxmlformats.org/officeDocument/2006/relationships/slide" Target="/ppt/slides/slide2.xml" Id="R1394484b26644563" /><Relationship Type="http://schemas.openxmlformats.org/officeDocument/2006/relationships/slide" Target="/ppt/slides/slide3.xml" Id="Rce2c9ad44fb240b0" /><Relationship Type="http://schemas.openxmlformats.org/officeDocument/2006/relationships/slide" Target="/ppt/slides/slide4.xml" Id="R886cb42bae8b42c6" /><Relationship Type="http://schemas.openxmlformats.org/officeDocument/2006/relationships/slide" Target="/ppt/slides/slide5.xml" Id="Rb889ab8fc53944fb" /><Relationship Type="http://schemas.openxmlformats.org/officeDocument/2006/relationships/slide" Target="/ppt/slides/slide6.xml" Id="R307ade404e09495b" /><Relationship Type="http://schemas.openxmlformats.org/officeDocument/2006/relationships/slide" Target="/ppt/slides/slide7.xml" Id="Raf93c7453264429f" /><Relationship Type="http://schemas.openxmlformats.org/officeDocument/2006/relationships/slide" Target="/ppt/slides/slide8.xml" Id="R6fec84b42d294691" /><Relationship Type="http://schemas.openxmlformats.org/officeDocument/2006/relationships/slide" Target="/ppt/slides/slide9.xml" Id="Re5828a28505a4737" /><Relationship Type="http://schemas.openxmlformats.org/officeDocument/2006/relationships/slide" Target="/ppt/slides/slide10.xml" Id="R98780e95c2c54e18" /><Relationship Type="http://schemas.openxmlformats.org/officeDocument/2006/relationships/slide" Target="/ppt/slides/slide11.xml" Id="R5b405ef9917c4ad5" /><Relationship Type="http://schemas.openxmlformats.org/officeDocument/2006/relationships/slide" Target="/ppt/slides/slide12.xml" Id="R691bac02e0ff4689" /><Relationship Type="http://schemas.openxmlformats.org/officeDocument/2006/relationships/slide" Target="/ppt/slides/slide13.xml" Id="Re276da624fe14cd4" /><Relationship Type="http://schemas.openxmlformats.org/officeDocument/2006/relationships/slide" Target="/ppt/slides/slide14.xml" Id="R8d965efef4e84125" /><Relationship Type="http://schemas.openxmlformats.org/officeDocument/2006/relationships/slide" Target="/ppt/slides/slide15.xml" Id="R55fdec2a27044bd7" /><Relationship Type="http://schemas.openxmlformats.org/officeDocument/2006/relationships/slide" Target="/ppt/slides/slide16.xml" Id="R037cea85dd424f72" /><Relationship Type="http://schemas.openxmlformats.org/officeDocument/2006/relationships/slide" Target="/ppt/slides/slide17.xml" Id="R22129e3676dc491b" /><Relationship Type="http://schemas.openxmlformats.org/officeDocument/2006/relationships/slide" Target="/ppt/slides/slide18.xml" Id="Rb378e1f869c246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38e4f6e3a34e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5ae5c14d34737" /><Relationship Type="http://schemas.openxmlformats.org/officeDocument/2006/relationships/notesMaster" Target="/ppt/notesMasters/notesMaster1.xml" Id="R110b4653e8ed44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1fda18dae74bd0" /><Relationship Type="http://schemas.openxmlformats.org/officeDocument/2006/relationships/notesMaster" Target="/ppt/notesMasters/notesMaster1.xml" Id="R3059a85d554a45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50d878443245df" /><Relationship Type="http://schemas.openxmlformats.org/officeDocument/2006/relationships/notesMaster" Target="/ppt/notesMasters/notesMaster1.xml" Id="R640b8fd510fc48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986f707224135" /><Relationship Type="http://schemas.openxmlformats.org/officeDocument/2006/relationships/notesMaster" Target="/ppt/notesMasters/notesMaster1.xml" Id="Re612c967a5c44a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f5202d10104846" /><Relationship Type="http://schemas.openxmlformats.org/officeDocument/2006/relationships/notesMaster" Target="/ppt/notesMasters/notesMaster1.xml" Id="R22dcfe0e9bd343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bd7b49dc1145f4" /><Relationship Type="http://schemas.openxmlformats.org/officeDocument/2006/relationships/notesMaster" Target="/ppt/notesMasters/notesMaster1.xml" Id="R919a720139754a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a78c47bee542cd" /><Relationship Type="http://schemas.openxmlformats.org/officeDocument/2006/relationships/notesMaster" Target="/ppt/notesMasters/notesMaster1.xml" Id="Rd68c3257558847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e19e5bc6524382" /><Relationship Type="http://schemas.openxmlformats.org/officeDocument/2006/relationships/notesMaster" Target="/ppt/notesMasters/notesMaster1.xml" Id="R58354c6db0dd48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df10d039314100" /><Relationship Type="http://schemas.openxmlformats.org/officeDocument/2006/relationships/notesMaster" Target="/ppt/notesMasters/notesMaster1.xml" Id="R454173f39af944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0952f8ced84ff6" /><Relationship Type="http://schemas.openxmlformats.org/officeDocument/2006/relationships/notesMaster" Target="/ppt/notesMasters/notesMaster1.xml" Id="Rbe774bbd49be42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ce17de67d64115" /><Relationship Type="http://schemas.openxmlformats.org/officeDocument/2006/relationships/notesMaster" Target="/ppt/notesMasters/notesMaster1.xml" Id="R0599c338bc2441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18191770d44ce1" /><Relationship Type="http://schemas.openxmlformats.org/officeDocument/2006/relationships/notesMaster" Target="/ppt/notesMasters/notesMaster1.xml" Id="R95730351008c40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7e961239be4934" /><Relationship Type="http://schemas.openxmlformats.org/officeDocument/2006/relationships/notesMaster" Target="/ppt/notesMasters/notesMaster1.xml" Id="R4c653c228bca4b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81d1967ae14542" /><Relationship Type="http://schemas.openxmlformats.org/officeDocument/2006/relationships/notesMaster" Target="/ppt/notesMasters/notesMaster1.xml" Id="R0b714d57e90c4f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d1bca265244f0c" /><Relationship Type="http://schemas.openxmlformats.org/officeDocument/2006/relationships/notesMaster" Target="/ppt/notesMasters/notesMaster1.xml" Id="Rf8cf8d4deac64b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3a2c2be7504ac1" /><Relationship Type="http://schemas.openxmlformats.org/officeDocument/2006/relationships/notesMaster" Target="/ppt/notesMasters/notesMaster1.xml" Id="Rc6567bfb006840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2d414a779f463b" /><Relationship Type="http://schemas.openxmlformats.org/officeDocument/2006/relationships/notesMaster" Target="/ppt/notesMasters/notesMaster1.xml" Id="Re47777ca65ce49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1802d90a83446b" /><Relationship Type="http://schemas.openxmlformats.org/officeDocument/2006/relationships/notesMaster" Target="/ppt/notesMasters/notesMaster1.xml" Id="Rd9ca13410a21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 by Eternalgy 是为团队打造的 AI。核心理念是把 AI 的工作能力与公司的资料、设定和工作流程绑定。本阶段产品以 Document Intelligence 为切入点。团队定位描述产品方向，当前 host 仍为单一操作员、默认公司。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痛点是公司信息常分散在旧文件、表单与不同成员手里。我们提出的产品命题是：每一次 AI 工作都应使用同一套经过确认的公司资料和规则。这是创始人的问题定义，不是对全部竞品的事实判断。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水坝原理是商业化比喻，而非经外部研究证实的行业结论：大模型能力像水源，使用门槛像拦水的坝。最后一里路是让公司实际搭建、成员实际使用并持续可靠完成工作。三个门槛为搭建、使用和稳定。这里的水源并无具体 model 性能比较，避免未经核实的模型名称与前沿基准。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快速搭建是目标，依靠公司资料 onboarding、常用业务数据结构和流程知识，并仍需要用户确认。零使用门槛是创始人的设计目标，具体实现为聊天入口和内勤助理使用方式，并非已验证的零培训或无限制可用性。稳定门槛由 scope、SOP、工具权限、数据库约束和测试来降低，不代表 harness 已达到零错误。细胞/器官比喻解释可组合性，整体还需要 orchestration、交接与集成验证。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core/tools.mjs:16-24; host.mjs:26-70;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e 知道：公司的身份、客户与商品、模板、付款条件和流程规则。让 e 工作：查找记录、询问缺项、完成文件、保存关联数据。这里的公司理解指明确保存并在任务中调用的业务上下文，不是模型自动训练。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保留创始人的拟人学习比喻。用已有 invoice、quotation、company profile 和官网内容作为背景材料，提取信息后请用户确认，写入公司资料并预览模板。当前没有在此 repo 新增独立 OCR 或爬虫服务。官网与文件的可读性取决于 host 工具，不能承诺只看几张文件就完全自动完成设置。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创始人的判断是：很多公司虽有不同的行业语言，常见业务底层仍涉及客户、商品、文件、数据采集和工作规则。e 当前预置常用业务 schema，可通过字段、模板和 readiness rules 做公司配置。这不是任意自动设计数据库或支持所有行业的承诺。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示例：用户要求给客户开票。e 从已知客户与商品记录出发，检查缺项和公司规则，建立 draft，issue 时分配号码并保存快照，随后生成 PDF，记录付款和余额。数据库使用预置 schema。新文件类型的频率判断与自动 schema 设计是愿景，不能宣称当前已实现。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 Form Designer 可建立与发布表单，Form Clerk 可 review、标记 spam、summary 与 export。带语义绑定的客户表单和 order form 可进入客户记录及报价草稿流程。工程日报和每日打卡属于可配置采集场景，不代表完整工单、考勤或薪资系统。任意问题分析是方向，当前以已有统计、摘要和导出工具为准。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依据：core/forms.mjs:418-481,552-574,754-797,830-884,991-1060,1084-1178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图像来自 repo 中的 CRM dashboard preview，数值为演示数据，不能解读为 Eternalgy 的真实经营表现或客户业绩。代码实现了 outstanding、overdue、billed/collected、quotation pipeline 与 recent documents 等指标。本页用 UI 图像展示输出示例，避免宣称已验证的收益。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依据：core/dashboard.mjs:23-128; preview/crm-desktop.png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接收需求并派发给 specialist。当前 DI registry 有七个 specialist。Record 与 Document agent 用于主要业务，Forms 与 Intake 用于采集和处理，Onboarding、Templates 和 DB 用于公司设置。所有 agent 共享业务记录，但工具按角色授权。Orchestrator 的外围实现属于 UIv2 host，不把当前子目录说成独立完整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Stupid = Smart 保留创始人的表达。解释为：限制每个 agent 的任务范围，明确 SOP 和工具权限，减少难以测试的组合。可预测的结果是设计目标，当前没有可引用的成功率、延迟或一致性基准。可描述代码中的确定性拒绝，例如未补齐字段不能 issue、越权工具不能调用，但不能承诺模型从不失败。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依据：core/tools.mjs:729-737; core/actions.mjs:31-44; core/documents.mjs:467-475; 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本页表达产品的差异化设计选择，避免把一般 AI 都只做模板当作经市场研究证实的事实。公司上下文存在数据与配置中，后续任务可继续用。流程与权限是系统设计选择。不能保证任意任务、任意公司都能自动接入，也不能宣称自动创建任意数据库。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必须明确 today vs future。Repo 文档定义 MVP/working demo，host 单一操作员/default company。数据库 tenant-aware 不等于当前支持完整团队用户权限或 tenant switching。MyInvois 只有预备字段，未提交整合。自主判断文档类型、自动扩展 schema、任意问题分析属于待验证方向。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依据：checker/index.mjs:48-50; ONBOARDING.md; README.md; 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这是建议的试点设计，不是已存在的套餐、价格、期限或客户成果。选 quotation/invoice 或 form intake 其中一条，以现有文件与少量真实记录开始，在 owner 确认后运行。验收比较准备时间、返工、字段完整性和追踪便利程度，不宣称特定节省百分比。多成员使用取决于后续权限能力。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这是投资讨论框架，不是经验证的商业表现。切入场景是常见文件与数据采集，扩展依赖 specialist 和公司上下文。待验证项包括 onboarding 成本、真实任务可靠性、持续使用、付费意愿。没有 supplied traction、收入、市场规模、募资额、成本或估值，不能虚构。本 deck 是产品与技术命题介绍，并不是完整融资财务 deck。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结尾给两种听众一个清楚的下一步。客户：选一条真实流程做试点。投资者：共同评估 repeat workflow adoption 和实际交付可靠性。产品 slogan 保留创始人原文。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来源附录便于 Q&amp;A。所有代码依据均为本地 repo，非 public website。演示截图数据仅展示界面。产品理念来自创始人本次对话。自动 onboarding、任意 schema 和 team access 不混同现有实现。资料截至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core/forms.mjs:418-481,552-574,754-797,830-884,991-1060,1084-1178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ONBOARDING.md; core/company.mjs; README.md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05d6b58ac4d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5f8fda458c4d97" /><Relationship Type="http://schemas.openxmlformats.org/officeDocument/2006/relationships/slideLayout" Target="/ppt/slideLayouts/slideLayout1.xml" Id="R93bccbb2165d48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ccbb2165d48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8951ff2194207" /><Relationship Type="http://schemas.openxmlformats.org/officeDocument/2006/relationships/image" Target="/ppt/media/image.png" Id="R77126a822464402a" /><Relationship Type="http://schemas.openxmlformats.org/officeDocument/2006/relationships/notesSlide" Target="/ppt/notesSlides/notesSlide1.xml" Id="R192d8bf918f84d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f861364f14288" /><Relationship Type="http://schemas.openxmlformats.org/officeDocument/2006/relationships/notesSlide" Target="/ppt/notesSlides/notesSlide2.xml" Id="R96e99a29b75c44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305741c1143ef" /><Relationship Type="http://schemas.openxmlformats.org/officeDocument/2006/relationships/notesSlide" Target="/ppt/notesSlides/notesSlide3.xml" Id="R60a7b4417ecd4a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e09fa25cd4bca" /><Relationship Type="http://schemas.openxmlformats.org/officeDocument/2006/relationships/notesSlide" Target="/ppt/notesSlides/notesSlide4.xml" Id="R43544c12b2f847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f98953f54456d" /><Relationship Type="http://schemas.openxmlformats.org/officeDocument/2006/relationships/notesSlide" Target="/ppt/notesSlides/notesSlide5.xml" Id="R743cf9a017664d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e944e5de14f08" /><Relationship Type="http://schemas.openxmlformats.org/officeDocument/2006/relationships/image" Target="/ppt/media/image2.png" Id="Rcd4811f853804904" /><Relationship Type="http://schemas.openxmlformats.org/officeDocument/2006/relationships/notesSlide" Target="/ppt/notesSlides/notesSlide6.xml" Id="R08b7ee9ca8eb4e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25e89a0564d83" /><Relationship Type="http://schemas.openxmlformats.org/officeDocument/2006/relationships/notesSlide" Target="/ppt/notesSlides/notesSlide7.xml" Id="R0d568a59800043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653bc0e344baf" /><Relationship Type="http://schemas.openxmlformats.org/officeDocument/2006/relationships/image" Target="/ppt/media/image3.png" Id="R364f1c8129ab4452" /><Relationship Type="http://schemas.openxmlformats.org/officeDocument/2006/relationships/notesSlide" Target="/ppt/notesSlides/notesSlide8.xml" Id="R0797522ac6dd44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0d6943b294732" /><Relationship Type="http://schemas.openxmlformats.org/officeDocument/2006/relationships/notesSlide" Target="/ppt/notesSlides/notesSlide9.xml" Id="R77bc024627984f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0c8c94aa24b3c" /><Relationship Type="http://schemas.openxmlformats.org/officeDocument/2006/relationships/image" Target="/ppt/media/image4.png" Id="R19810d46aa39401e" /><Relationship Type="http://schemas.openxmlformats.org/officeDocument/2006/relationships/notesSlide" Target="/ppt/notesSlides/notesSlide10.xml" Id="R00186a97e65447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a548eb0d7435c" /><Relationship Type="http://schemas.openxmlformats.org/officeDocument/2006/relationships/notesSlide" Target="/ppt/notesSlides/notesSlide11.xml" Id="R3d2279dbb84f44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b2b5344994198" /><Relationship Type="http://schemas.openxmlformats.org/officeDocument/2006/relationships/notesSlide" Target="/ppt/notesSlides/notesSlide12.xml" Id="R303babb3c46a46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49d1295484334" /><Relationship Type="http://schemas.openxmlformats.org/officeDocument/2006/relationships/notesSlide" Target="/ppt/notesSlides/notesSlide13.xml" Id="R2113850685774b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ba5d03c654e03" /><Relationship Type="http://schemas.openxmlformats.org/officeDocument/2006/relationships/notesSlide" Target="/ppt/notesSlides/notesSlide14.xml" Id="R7f3ffb5f2df54c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da2c004d4445a" /><Relationship Type="http://schemas.openxmlformats.org/officeDocument/2006/relationships/notesSlide" Target="/ppt/notesSlides/notesSlide15.xml" Id="R29bb37c3875b4f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0d02a7f0d419e" /><Relationship Type="http://schemas.openxmlformats.org/officeDocument/2006/relationships/notesSlide" Target="/ppt/notesSlides/notesSlide16.xml" Id="R16e64cd1a4fb47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65195c2d449a7" /><Relationship Type="http://schemas.openxmlformats.org/officeDocument/2006/relationships/notesSlide" Target="/ppt/notesSlides/notesSlide17.xml" Id="R4de83129b76948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0eee9d69846bd" /><Relationship Type="http://schemas.openxmlformats.org/officeDocument/2006/relationships/notesSlide" Target="/ppt/notesSlides/notesSlide18.xml" Id="Rb8b1d78b6fe24d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4D6DF-A386-4A66-8306-F863A266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3027E-AFC9-4833-90F5-9463A2D3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BB48A-5836-4C0A-A738-A792D797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by eternalgy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A63EF-44FE-4319-9B33-BD25D596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58970-CBC1-4128-9D7F-47CD1BD5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26a822464402a"/>
          <a:stretch xmlns:a="http://schemas.openxmlformats.org/drawingml/2006/main"/>
        </p:blipFill>
        <p:spPr>
          <a:xfrm xmlns:a="http://schemas.openxmlformats.org/drawingml/2006/main">
            <a:off x="8382000" y="1524000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7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7124A-9A4C-4D8B-AF90-3DF670F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5A52F-A164-4393-A830-8D344D3A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EEC57-89B3-4979-93B8-BC4E7311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成员知道的事，</a:t>
            </a:r>
          </a:p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应成为 e 工作的依据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AB251-3490-4A25-8637-12634CF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公司资料散落在旧文件与成员经验中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重复解释背景，重复录入资料，交接依赖个人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团队需要延续前一次工作的记录与规则</a:t>
            </a:r>
          </a:p>
        </p:txBody>
      </p:sp>
    </p:spTree>
    <p:extLst>
      <p:ext uri="{BB962C8B-B14F-4D97-AF65-F5344CB8AC3E}">
        <p14:creationId xmlns:p14="http://schemas.microsoft.com/office/powerpoint/2010/main" val="1533576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5518E-D7F2-44C7-9DA2-99A4533E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变现的水坝原理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3CA0D-8E7C-47C0-AE7E-C39C6BEC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7DC6A-73B1-46CD-A2D8-A31B9DB8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能力像水源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使用门槛像一道坝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9671F-9B15-4892-A166-F0433AD7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搭建门槛       使用门槛       稳定门槛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2E240-567D-423F-9199-EF4DF6A6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变现的最后一里路：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公司搭得起，成员用得上，工作交付值得信任</a:t>
            </a:r>
          </a:p>
        </p:txBody>
      </p:sp>
    </p:spTree>
    <p:extLst>
      <p:ext uri="{BB962C8B-B14F-4D97-AF65-F5344CB8AC3E}">
        <p14:creationId xmlns:p14="http://schemas.microsoft.com/office/powerpoint/2010/main" val="1178574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045C0-BB47-421E-B66A-B6AC3B5D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e 围绕三道门槛设计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57E4A-A0FC-45D2-9D2D-C7A6252E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8BB01-CC15-44D7-951D-79A86F83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2EECB-4D5F-4D08-80E6-71A05D24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分享公司资料，配置已有流程与业务结构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A4BEA-3CD6-4798-A5C8-42C864F3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9BB7B-E25A-4EE9-B2C7-01AB5F08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聊天就是入口，像交代内部 admin clerk 一样交代工作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C4E36-9627-427A-AB3A-853205BD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9A38B-A0BE-44B3-97E1-0F040237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细胞级专职 AI 各守职责，以 SOP、权限与测试约束流程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9DA8E-DE4D-4139-AFB0-17118DEC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设计目标：更快搭建、更少学习负担、更一致的交付</a:t>
            </a:r>
          </a:p>
        </p:txBody>
      </p:sp>
    </p:spTree>
    <p:extLst>
      <p:ext uri="{BB962C8B-B14F-4D97-AF65-F5344CB8AC3E}">
        <p14:creationId xmlns:p14="http://schemas.microsoft.com/office/powerpoint/2010/main" val="768963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3BDD3-C214-48D3-BC64-BE347017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71279-9F41-47E4-B17A-825D6AA2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5EB86-E34E-46AF-848B-B0EB3E90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616BD-569C-43A3-8937-D70FF805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文件怎样做，流程怎样走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1CA1A-4C94-492C-A2DE-D4F20A86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74351-E33F-49A9-A283-A8E3EDF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按公司资料准备文件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发现缺项，先询问再处理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把成果与业务记录连接起来</a:t>
            </a:r>
          </a:p>
        </p:txBody>
      </p:sp>
    </p:spTree>
    <p:extLst>
      <p:ext uri="{BB962C8B-B14F-4D97-AF65-F5344CB8AC3E}">
        <p14:creationId xmlns:p14="http://schemas.microsoft.com/office/powerpoint/2010/main" val="951083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77B13-2592-47C6-A285-E5DB4BF9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E23EB-2CC5-4B94-A998-6894B07B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56CDA-A95F-47AF-82B8-7A09CB94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旧文件与公司资料</a:t>
            </a:r>
          </a:p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成为入职材料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052FB-776A-458B-B089-6D0C7B46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Invoice / Quotation</a:t>
            </a:r>
          </a:p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Company Profile / 官网内容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A5019-CDD9-474A-852A-41209E47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读取资料，提取核心信息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用户确认后保存公司设定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预览模板，核对实际工作结果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811f853804904"/>
          <a:stretch xmlns:a="http://schemas.openxmlformats.org/drawingml/2006/main"/>
        </p:blipFill>
        <p:spPr>
          <a:xfrm xmlns:a="http://schemas.openxmlformats.org/drawingml/2006/main">
            <a:off x="8117765" y="1695450"/>
            <a:ext cx="3081171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20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F98DE-E7C5-47F8-9F1D-4315399D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61A32-572B-4587-8F18-714BE742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BE39F-ED11-4742-97BF-BB66FAC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不同公司的工作，</a:t>
            </a:r>
          </a:p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共享许多相同的业务结构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889B4-A8FF-4221-A28C-797852E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客户与联系人      产品与服务      业务文件</a:t>
            </a:r>
          </a:p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表单与提交记录    公司设定与流程规则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668BC-B280-41A4-8570-375FA024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e 用常用数据结构承接这些工作，再适应公司的字段、模板与流程</a:t>
            </a:r>
          </a:p>
        </p:txBody>
      </p:sp>
    </p:spTree>
    <p:extLst>
      <p:ext uri="{BB962C8B-B14F-4D97-AF65-F5344CB8AC3E}">
        <p14:creationId xmlns:p14="http://schemas.microsoft.com/office/powerpoint/2010/main" val="727694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AC5E6-E19F-4EC1-8D4F-3758E05E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一张 Invoice，连接整个开票流程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93EC8-AB0D-46BE-8615-30DF71F3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5AE6D-4C7D-4892-B479-0ED426E8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“帮这位客户开一张 invoice”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34DE4-6AD7-4E0F-97CF-3E65C4D2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38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1  查客户与商品记录</a:t>
            </a:r>
          </a:p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2  检查缺项与公司规则</a:t>
            </a:r>
          </a:p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3  草稿、编号、发行与 PDF</a:t>
            </a:r>
          </a:p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4  记录付款，更新应收余额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FF9E3-C5CE-49E4-A085-43EA608E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文件、模板与业务记录保持关联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f1c8129ab4452"/>
          <a:stretch xmlns:a="http://schemas.openxmlformats.org/drawingml/2006/main"/>
        </p:blipFill>
        <p:spPr>
          <a:xfrm xmlns:a="http://schemas.openxmlformats.org/drawingml/2006/main">
            <a:off x="8115300" y="1680078"/>
            <a:ext cx="3143250" cy="44503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84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19FBB-9A9E-453C-9D8D-25BB6BA0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Form 收集数据，e 延续后面的工作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E9DC8-6429-4860-AADA-2C964753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3DC0E-44B8-4AE7-8FA5-5C481B2D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389D4-C2CC-4A89-909B-611C4972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表单设计与发布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DF384-92E6-49E2-8C2C-90E77332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明确字段、校验与同意条款</a:t>
            </a:r>
          </a:p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用公开链接收集提交内容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C9DEA-17BB-4025-A016-9001548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记录与后续处理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678B4-B1B5-47DF-B662-9157567F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保存提交，审阅、统计与导出</a:t>
            </a:r>
          </a:p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按字段绑定关联客户或文件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ABB01-DCEE-4602-8F66-B493FA39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数据采集进入持续工作的业务记录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1169227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1D5B2-DB61-4574-8336-4BC7F742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业务记录，让团队看见工作状态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37751-7611-4372-9E0E-B99DC965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AA115-32F8-424C-A726-FF04E4F2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238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哪些款项未收？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invoice 已逾期？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quotation 待跟进？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9203F-FEE7-474B-A974-E7ACC66A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文件背后的数据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可以汇总成业务概览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10d46aa39401e"/>
          <a:stretch xmlns:a="http://schemas.openxmlformats.org/drawingml/2006/main"/>
        </p:blipFill>
        <p:spPr>
          <a:xfrm xmlns:a="http://schemas.openxmlformats.org/drawingml/2006/main">
            <a:off x="8305303" y="1771650"/>
            <a:ext cx="1772643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13506-AB03-4A7E-848E-16FB97E1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5787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现有界面预览，图中金额与数量为演示数据</a:t>
            </a:r>
          </a:p>
        </p:txBody>
      </p:sp>
    </p:spTree>
    <p:extLst>
      <p:ext uri="{BB962C8B-B14F-4D97-AF65-F5344CB8AC3E}">
        <p14:creationId xmlns:p14="http://schemas.microsoft.com/office/powerpoint/2010/main" val="216381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10C94-3216-4773-ACB2-7412EBE4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EA191-4FDB-42E9-8273-4F1B8D4F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9BAA2-DA34-4B61-BE01-6878EA21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Orchestrator 理解需求并安排工作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D6E60-BE98-4707-9DA4-E82A40FF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日常业务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B9D73-006F-4CFD-9E18-BA471B78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Records Clerk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Document Agent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 Designer / Form Clerk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77FA4-2E86-4FA2-BC6E-A3F227AA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公司设置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3FC7C-A198-4CDB-B32C-09FA8A1A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57625"/>
            <a:ext cx="4667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Company Onboarding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Designer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 Manager</a:t>
            </a:r>
          </a:p>
        </p:txBody>
      </p:sp>
    </p:spTree>
    <p:extLst>
      <p:ext uri="{BB962C8B-B14F-4D97-AF65-F5344CB8AC3E}">
        <p14:creationId xmlns:p14="http://schemas.microsoft.com/office/powerpoint/2010/main" val="14707187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4DA53-E78B-4EF5-8A63-CC073C6E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Stupid = Smart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AEABB-E795-4C7D-8619-8DCE96D0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DF534-52BD-480A-AFF6-F608E3CD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每个 AI 少做几件事，</a:t>
            </a:r>
          </a:p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整个系统更容易约束与验证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C4550-4A1F-4CDD-9609-27B6475D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范围明确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ED6F5-3761-4BF9-8F3D-A33149DF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少量允许的任务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固定 SOP 与工具权限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测试围绕具体工作流程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B0A8-424E-4845-BC77-F91BD10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D504B-6180-4509-9D05-668A12B8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缺资料，先询问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越权限，拒绝执行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结果与错误都有检查入口</a:t>
            </a:r>
          </a:p>
        </p:txBody>
      </p:sp>
    </p:spTree>
    <p:extLst>
      <p:ext uri="{BB962C8B-B14F-4D97-AF65-F5344CB8AC3E}">
        <p14:creationId xmlns:p14="http://schemas.microsoft.com/office/powerpoint/2010/main" val="10795105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839A1-26F9-4FB0-9247-693E297D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公司上下文，连接每一次工作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73F5C-14AF-43B6-83FC-ACE9985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BE0B3-24CE-4E51-B31F-BC25B510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公司资料决定内容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B4922-084B-4493-A19F-CD7A6749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公司名称、客户、价格与付款条件来自已保存记录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88D90-56D1-497D-B9CA-26A26CE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公司规则决定流程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65329-CFB3-43F7-B83C-F1501B12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哪些字段必须补齐、何时发行、谁能使用哪些工具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38765-529E-43AC-9AD3-674F86D1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这套上下文可以延续到下一张文件与下一次任务</a:t>
            </a:r>
          </a:p>
        </p:txBody>
      </p:sp>
    </p:spTree>
    <p:extLst>
      <p:ext uri="{BB962C8B-B14F-4D97-AF65-F5344CB8AC3E}">
        <p14:creationId xmlns:p14="http://schemas.microsoft.com/office/powerpoint/2010/main" val="19782926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1EE0A-3C3E-4B00-834A-F2A2490A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07D7B-CC58-4656-8072-C1B42D2C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DE3B6-4648-410F-87FB-FB20663D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0E1C1-5564-4A1D-8C71-52A45372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客户、商品与文档流程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付款记录与业务概览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表单、模板与公司规则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数据库按 tenant 分隔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D56B9-0F23-4C0B-BF3B-4FB929EA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下一步产品方向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4CB18-3C96-4DED-8EE4-EC377BAF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更多重复业务流程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更广泛的业务问答分析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66EE3-7050-4B65-A2A9-5818DD7C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449946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1439A-4DCB-4D20-ADD7-5F5BD7B0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客户试点：先完成一条真实工作流程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D9D8B-6FA7-41A7-8D13-CB2579D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FF2E3-42FF-468C-B1F7-DB26EE7F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已有文件与规则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BE7C5-41DE-421B-B0D2-8C45F39B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用你的 quotation、invoice、客户与商品资料配置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FE865-9E1C-4926-B2EE-FEDBCAD0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真实工作与明确验收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BAE7A-EFDA-466A-97F5-2B03FC16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完成一次准备、发行与付款记录，或一次表单采集与处理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比较准备时间、返工次数和数据完整性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7034492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05429-ACEE-4D6E-8E90-E505F748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投资命题：从重复工作验证团队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8D031-ED86-4ECD-9569-A87D9EC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F6712-7B48-48E2-97AE-C205A36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B980E-B53D-47FA-92F1-48D33F93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Invoice、quotation 与表单等重复工作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798EB-5F89-4347-A640-30F85237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CCC16-D58C-44E2-910A-FA6702AF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围绕共同公司上下文，增加可验证的 specialist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F096C-6A56-440C-A49C-DDE3F51B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ED27A-412B-4547-964A-7CC06247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三道门槛是否降低，是否带来持续使用与付费意愿</a:t>
            </a:r>
          </a:p>
        </p:txBody>
      </p:sp>
    </p:spTree>
    <p:extLst>
      <p:ext uri="{BB962C8B-B14F-4D97-AF65-F5344CB8AC3E}">
        <p14:creationId xmlns:p14="http://schemas.microsoft.com/office/powerpoint/2010/main" val="9622092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EAE9F-C2CB-4346-839B-B8471796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6614B-9D1D-4D47-90C9-86F0FC06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DFA79-F454-4077-8188-132262D4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F00FE-F238-4737-9929-655A779E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投资者：一起验证团队 AI 的产品路径</a:t>
            </a:r>
          </a:p>
        </p:txBody>
      </p:sp>
    </p:spTree>
    <p:extLst>
      <p:ext uri="{BB962C8B-B14F-4D97-AF65-F5344CB8AC3E}">
        <p14:creationId xmlns:p14="http://schemas.microsoft.com/office/powerpoint/2010/main" val="950632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91E6B-F9A9-4080-B049-5C8E19A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A0EBB-2E4B-48B8-A683-266A70F5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38721-D319-4624-BEB8-0AD18EAD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产品理念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38948-9B67-4467-BD49-8D46896A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创始人提供的五个核心理念与团队 AI 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5C508-3914-4B5D-BCB3-F25E750A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D8500-0D04-4835-8C77-1612D621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771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D8F9F-132B-4F58-803B-6AB27E9C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9C881-D87D-4836-B29F-6A777EC6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代码与现有预览支持功能说明，不代表部署验收或客户业绩</a:t>
            </a:r>
          </a:p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截图为演示数据，可靠性和商业指标需在试点中验证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340E8-D2AB-4C63-AD67-A4275B39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140240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2026-10-01T07:54:09.6250000Z</dcterms:created>
  <dcterms:modified xsi:type="dcterms:W3CDTF">2026-10-01T07:54:09.6250000Z</dcterms:modified>
</coreProperties>
</file>