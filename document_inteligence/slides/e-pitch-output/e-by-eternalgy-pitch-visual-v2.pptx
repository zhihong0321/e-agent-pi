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77a300de8490a" /><Relationship Type="http://schemas.openxmlformats.org/officeDocument/2006/relationships/extended-properties" Target="/docProps/app.xml" Id="R62bf077a793c41c2" /><Relationship Type="http://schemas.openxmlformats.org/officeDocument/2006/relationships/officeDocument" Target="/ppt/presentation.xml" Id="Rb0c56fd10907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8250d54274dc3"/>
  </p:sldMasterIdLst>
  <p:notesMasterIdLst>
    <p:notesMasterId xmlns:r="http://schemas.openxmlformats.org/officeDocument/2006/relationships" r:id="Rb46170952de14f10"/>
  </p:notesMasterIdLst>
  <p:sldIdLst>
    <p:sldId xmlns:r="http://schemas.openxmlformats.org/officeDocument/2006/relationships" id="256" r:id="Raa8f2aa2ebf84720"/>
    <p:sldId xmlns:r="http://schemas.openxmlformats.org/officeDocument/2006/relationships" id="257" r:id="R75c0550eed5e4820"/>
    <p:sldId xmlns:r="http://schemas.openxmlformats.org/officeDocument/2006/relationships" id="258" r:id="R2175a4af36874d3c"/>
    <p:sldId xmlns:r="http://schemas.openxmlformats.org/officeDocument/2006/relationships" id="259" r:id="R5661bd0d69c24fb9"/>
    <p:sldId xmlns:r="http://schemas.openxmlformats.org/officeDocument/2006/relationships" id="260" r:id="R18404a6a425c4827"/>
    <p:sldId xmlns:r="http://schemas.openxmlformats.org/officeDocument/2006/relationships" id="261" r:id="R26d99c3029bc4d86"/>
    <p:sldId xmlns:r="http://schemas.openxmlformats.org/officeDocument/2006/relationships" id="262" r:id="Ra3ce7cff7fe64ec4"/>
    <p:sldId xmlns:r="http://schemas.openxmlformats.org/officeDocument/2006/relationships" id="263" r:id="R6e42fbc6abe94cc9"/>
    <p:sldId xmlns:r="http://schemas.openxmlformats.org/officeDocument/2006/relationships" id="264" r:id="R7cb7a94a784d4b92"/>
    <p:sldId xmlns:r="http://schemas.openxmlformats.org/officeDocument/2006/relationships" id="265" r:id="Rf333ab1847324663"/>
    <p:sldId xmlns:r="http://schemas.openxmlformats.org/officeDocument/2006/relationships" id="266" r:id="R7b9f7acfad064c88"/>
    <p:sldId xmlns:r="http://schemas.openxmlformats.org/officeDocument/2006/relationships" id="267" r:id="Rffd7092f409644a5"/>
    <p:sldId xmlns:r="http://schemas.openxmlformats.org/officeDocument/2006/relationships" id="268" r:id="R7c9a8cbf024e4c27"/>
    <p:sldId xmlns:r="http://schemas.openxmlformats.org/officeDocument/2006/relationships" id="269" r:id="R7266d2a49f2c4f36"/>
    <p:sldId xmlns:r="http://schemas.openxmlformats.org/officeDocument/2006/relationships" id="270" r:id="Rb0be8ccab1074e4a"/>
    <p:sldId xmlns:r="http://schemas.openxmlformats.org/officeDocument/2006/relationships" id="271" r:id="R1bf56af529f14cab"/>
    <p:sldId xmlns:r="http://schemas.openxmlformats.org/officeDocument/2006/relationships" id="272" r:id="R32d4431db72546f4"/>
    <p:sldId xmlns:r="http://schemas.openxmlformats.org/officeDocument/2006/relationships" id="273" r:id="Rbff9d8581cb1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7e6e5df66e4510" /><Relationship Type="http://schemas.openxmlformats.org/officeDocument/2006/relationships/slideMaster" Target="/ppt/slideMasters/slideMaster1.xml" Id="Rc908250d54274dc3" /><Relationship Type="http://schemas.openxmlformats.org/officeDocument/2006/relationships/notesMaster" Target="/ppt/notesMasters/notesMaster1.xml" Id="Rb46170952de14f10" /><Relationship Type="http://schemas.openxmlformats.org/officeDocument/2006/relationships/presProps" Target="/ppt/presProps.xml" Id="Re584eddb03b4458e" /><Relationship Type="http://schemas.openxmlformats.org/officeDocument/2006/relationships/tableStyles" Target="/ppt/tableStyles.xml" Id="R7026496d3bb44453" /><Relationship Type="http://schemas.openxmlformats.org/officeDocument/2006/relationships/slide" Target="/ppt/slides/slide1.xml" Id="Raa8f2aa2ebf84720" /><Relationship Type="http://schemas.openxmlformats.org/officeDocument/2006/relationships/slide" Target="/ppt/slides/slide2.xml" Id="R75c0550eed5e4820" /><Relationship Type="http://schemas.openxmlformats.org/officeDocument/2006/relationships/slide" Target="/ppt/slides/slide3.xml" Id="R2175a4af36874d3c" /><Relationship Type="http://schemas.openxmlformats.org/officeDocument/2006/relationships/slide" Target="/ppt/slides/slide4.xml" Id="R5661bd0d69c24fb9" /><Relationship Type="http://schemas.openxmlformats.org/officeDocument/2006/relationships/slide" Target="/ppt/slides/slide5.xml" Id="R18404a6a425c4827" /><Relationship Type="http://schemas.openxmlformats.org/officeDocument/2006/relationships/slide" Target="/ppt/slides/slide6.xml" Id="R26d99c3029bc4d86" /><Relationship Type="http://schemas.openxmlformats.org/officeDocument/2006/relationships/slide" Target="/ppt/slides/slide7.xml" Id="Ra3ce7cff7fe64ec4" /><Relationship Type="http://schemas.openxmlformats.org/officeDocument/2006/relationships/slide" Target="/ppt/slides/slide8.xml" Id="R6e42fbc6abe94cc9" /><Relationship Type="http://schemas.openxmlformats.org/officeDocument/2006/relationships/slide" Target="/ppt/slides/slide9.xml" Id="R7cb7a94a784d4b92" /><Relationship Type="http://schemas.openxmlformats.org/officeDocument/2006/relationships/slide" Target="/ppt/slides/slide10.xml" Id="Rf333ab1847324663" /><Relationship Type="http://schemas.openxmlformats.org/officeDocument/2006/relationships/slide" Target="/ppt/slides/slide11.xml" Id="R7b9f7acfad064c88" /><Relationship Type="http://schemas.openxmlformats.org/officeDocument/2006/relationships/slide" Target="/ppt/slides/slide12.xml" Id="Rffd7092f409644a5" /><Relationship Type="http://schemas.openxmlformats.org/officeDocument/2006/relationships/slide" Target="/ppt/slides/slide13.xml" Id="R7c9a8cbf024e4c27" /><Relationship Type="http://schemas.openxmlformats.org/officeDocument/2006/relationships/slide" Target="/ppt/slides/slide14.xml" Id="R7266d2a49f2c4f36" /><Relationship Type="http://schemas.openxmlformats.org/officeDocument/2006/relationships/slide" Target="/ppt/slides/slide15.xml" Id="Rb0be8ccab1074e4a" /><Relationship Type="http://schemas.openxmlformats.org/officeDocument/2006/relationships/slide" Target="/ppt/slides/slide16.xml" Id="R1bf56af529f14cab" /><Relationship Type="http://schemas.openxmlformats.org/officeDocument/2006/relationships/slide" Target="/ppt/slides/slide17.xml" Id="R32d4431db72546f4" /><Relationship Type="http://schemas.openxmlformats.org/officeDocument/2006/relationships/slide" Target="/ppt/slides/slide18.xml" Id="Rbff9d8581cb1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5667e472f7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74e970cd8147eb" /><Relationship Type="http://schemas.openxmlformats.org/officeDocument/2006/relationships/notesMaster" Target="/ppt/notesMasters/notesMaster1.xml" Id="Rea2974a6e934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397aa398084405" /><Relationship Type="http://schemas.openxmlformats.org/officeDocument/2006/relationships/notesMaster" Target="/ppt/notesMasters/notesMaster1.xml" Id="R2a234528d73b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5565c5ceef4822" /><Relationship Type="http://schemas.openxmlformats.org/officeDocument/2006/relationships/notesMaster" Target="/ppt/notesMasters/notesMaster1.xml" Id="Rb6a1d37f69eb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b2cacca43c42a8" /><Relationship Type="http://schemas.openxmlformats.org/officeDocument/2006/relationships/notesMaster" Target="/ppt/notesMasters/notesMaster1.xml" Id="Rbaa8f0f938a9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4b046f75d4778" /><Relationship Type="http://schemas.openxmlformats.org/officeDocument/2006/relationships/notesMaster" Target="/ppt/notesMasters/notesMaster1.xml" Id="R7a222016cc59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947b7722e84c5b" /><Relationship Type="http://schemas.openxmlformats.org/officeDocument/2006/relationships/notesMaster" Target="/ppt/notesMasters/notesMaster1.xml" Id="Re7f2c86c664141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799d1373fe4e07" /><Relationship Type="http://schemas.openxmlformats.org/officeDocument/2006/relationships/notesMaster" Target="/ppt/notesMasters/notesMaster1.xml" Id="R948a8c5f0c5b44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1198d975d44cc" /><Relationship Type="http://schemas.openxmlformats.org/officeDocument/2006/relationships/notesMaster" Target="/ppt/notesMasters/notesMaster1.xml" Id="Re0a12f089b1b4f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045ac756b4883" /><Relationship Type="http://schemas.openxmlformats.org/officeDocument/2006/relationships/notesMaster" Target="/ppt/notesMasters/notesMaster1.xml" Id="Rb7abcdc3698b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8e94baa6f5465d" /><Relationship Type="http://schemas.openxmlformats.org/officeDocument/2006/relationships/notesMaster" Target="/ppt/notesMasters/notesMaster1.xml" Id="R781b7e1e304542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660afc92a24c9e" /><Relationship Type="http://schemas.openxmlformats.org/officeDocument/2006/relationships/notesMaster" Target="/ppt/notesMasters/notesMaster1.xml" Id="R7514626232a145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83bd5fe0c043f5" /><Relationship Type="http://schemas.openxmlformats.org/officeDocument/2006/relationships/notesMaster" Target="/ppt/notesMasters/notesMaster1.xml" Id="Ra23db26c093a48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5b9e1989e84498" /><Relationship Type="http://schemas.openxmlformats.org/officeDocument/2006/relationships/notesMaster" Target="/ppt/notesMasters/notesMaster1.xml" Id="R91a227f4c2bf48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6d7fb582f44287" /><Relationship Type="http://schemas.openxmlformats.org/officeDocument/2006/relationships/notesMaster" Target="/ppt/notesMasters/notesMaster1.xml" Id="Rdcf22ba9e39b47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9980fbab2f4133" /><Relationship Type="http://schemas.openxmlformats.org/officeDocument/2006/relationships/notesMaster" Target="/ppt/notesMasters/notesMaster1.xml" Id="R59d5ff17edaf42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791001f32f428b" /><Relationship Type="http://schemas.openxmlformats.org/officeDocument/2006/relationships/notesMaster" Target="/ppt/notesMasters/notesMaster1.xml" Id="R960d1c6d787747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e0d06172b84458" /><Relationship Type="http://schemas.openxmlformats.org/officeDocument/2006/relationships/notesMaster" Target="/ppt/notesMasters/notesMaster1.xml" Id="R2f4d4b6e12554b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afcf63b36c46d7" /><Relationship Type="http://schemas.openxmlformats.org/officeDocument/2006/relationships/notesMaster" Target="/ppt/notesMasters/notesMaster1.xml" Id="R05d9d8660b72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aa3c18717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094f5ad4b4634" /><Relationship Type="http://schemas.openxmlformats.org/officeDocument/2006/relationships/slideLayout" Target="/ppt/slideLayouts/slideLayout1.xml" Id="R0187db2e3bc6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7db2e3bc6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88fd57f2494f" /><Relationship Type="http://schemas.openxmlformats.org/officeDocument/2006/relationships/image" Target="/ppt/media/image.png" Id="R666a836be0804afb" /><Relationship Type="http://schemas.openxmlformats.org/officeDocument/2006/relationships/notesSlide" Target="/ppt/notesSlides/notesSlide1.xml" Id="R3a62945602f8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612401a264bb9" /><Relationship Type="http://schemas.openxmlformats.org/officeDocument/2006/relationships/notesSlide" Target="/ppt/notesSlides/notesSlide2.xml" Id="Rc9a23186f8cc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f8bdf43a4fa6" /><Relationship Type="http://schemas.openxmlformats.org/officeDocument/2006/relationships/notesSlide" Target="/ppt/notesSlides/notesSlide3.xml" Id="R2075684af19f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64841076e4cab" /><Relationship Type="http://schemas.openxmlformats.org/officeDocument/2006/relationships/notesSlide" Target="/ppt/notesSlides/notesSlide4.xml" Id="R096fb0b11a22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554fd66054729" /><Relationship Type="http://schemas.openxmlformats.org/officeDocument/2006/relationships/notesSlide" Target="/ppt/notesSlides/notesSlide5.xml" Id="R1fe800a2926b49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61b82422641d0" /><Relationship Type="http://schemas.openxmlformats.org/officeDocument/2006/relationships/image" Target="/ppt/media/image2.png" Id="Reae7071638c44f68" /><Relationship Type="http://schemas.openxmlformats.org/officeDocument/2006/relationships/notesSlide" Target="/ppt/notesSlides/notesSlide6.xml" Id="Rce51bfa8698c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fc3816c64e7f" /><Relationship Type="http://schemas.openxmlformats.org/officeDocument/2006/relationships/notesSlide" Target="/ppt/notesSlides/notesSlide7.xml" Id="Ra7086a4d49dd40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1432eac744647" /><Relationship Type="http://schemas.openxmlformats.org/officeDocument/2006/relationships/image" Target="/ppt/media/image3.png" Id="R837740489fab4035" /><Relationship Type="http://schemas.openxmlformats.org/officeDocument/2006/relationships/notesSlide" Target="/ppt/notesSlides/notesSlide8.xml" Id="R04cae0c5b62c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96d765e18442b" /><Relationship Type="http://schemas.openxmlformats.org/officeDocument/2006/relationships/notesSlide" Target="/ppt/notesSlides/notesSlide9.xml" Id="R97ce2531d70f4e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d5692b0df4e52" /><Relationship Type="http://schemas.openxmlformats.org/officeDocument/2006/relationships/image" Target="/ppt/media/image4.png" Id="R052b8c4a56724217" /><Relationship Type="http://schemas.openxmlformats.org/officeDocument/2006/relationships/notesSlide" Target="/ppt/notesSlides/notesSlide10.xml" Id="R8fab0f1f1c7144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efecc92424cf1" /><Relationship Type="http://schemas.openxmlformats.org/officeDocument/2006/relationships/notesSlide" Target="/ppt/notesSlides/notesSlide11.xml" Id="R50488b120ae640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d5afd23c44698" /><Relationship Type="http://schemas.openxmlformats.org/officeDocument/2006/relationships/notesSlide" Target="/ppt/notesSlides/notesSlide12.xml" Id="R1f24bc4781ef4e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6a22d2a44e0e" /><Relationship Type="http://schemas.openxmlformats.org/officeDocument/2006/relationships/notesSlide" Target="/ppt/notesSlides/notesSlide13.xml" Id="R6215ba94cf1f4b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63d50c00c4c68" /><Relationship Type="http://schemas.openxmlformats.org/officeDocument/2006/relationships/notesSlide" Target="/ppt/notesSlides/notesSlide14.xml" Id="R2ddd1e78d9104e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30f1b854b43d0" /><Relationship Type="http://schemas.openxmlformats.org/officeDocument/2006/relationships/notesSlide" Target="/ppt/notesSlides/notesSlide15.xml" Id="R1dc71d2756dc48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6a938910e48ad" /><Relationship Type="http://schemas.openxmlformats.org/officeDocument/2006/relationships/notesSlide" Target="/ppt/notesSlides/notesSlide16.xml" Id="R47e3ff0bb5d549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d69cce78d4c9c" /><Relationship Type="http://schemas.openxmlformats.org/officeDocument/2006/relationships/notesSlide" Target="/ppt/notesSlides/notesSlide17.xml" Id="R1436582732b348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9209c528c45b4" /><Relationship Type="http://schemas.openxmlformats.org/officeDocument/2006/relationships/notesSlide" Target="/ppt/notesSlides/notesSlide18.xml" Id="Rd43a8b8c9d6c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C74B7-0018-46DC-81FA-28E60B0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BF5BA-EA00-48EE-9686-4E6C7C1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AA742-DFC3-41D1-BDA1-974B946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78EA6-1424-43AF-979D-CD223D0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4E810-5309-446B-A294-29F67E4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a836be0804afb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4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BA30B-0B13-41C5-9C25-3679B1B4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61C87-FFE1-4568-9E0A-C766EB3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0056E-8BD8-4571-A7C3-42CD28A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11B04-E08D-4BB0-B417-D0460CC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333625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B484F-C11B-438A-AD1E-44922CB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A4392-C4AD-45E5-B643-B6CF221E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09CB6-C8B6-4F98-A9F8-D8E18F1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DDE0B-DF09-47B8-B23A-D52844C4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BBB0D-5270-4E66-945E-7CF656F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755709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D7747-D794-4C21-BFC2-2DFE73E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55548-213E-4D43-B2FB-C454B20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42E15-6B6B-493E-97EB-E06ABDE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763D5-9840-41B9-B408-53B1B48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1D00-7A33-496C-996E-CA97A58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9A895-DD39-46C6-805F-A7E0A83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AFEC1-9EFE-48B6-A540-5BE9214B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B887B-1D97-4146-88B8-44F9DAE1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7A412-DBDB-4E35-B14A-47D638B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241693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FABF0-796C-430B-935C-E96274E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C7FC8-F8E3-40D0-BEF5-D784708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92A5E-F10F-4383-8DDE-35A702F4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3EFE-C111-4450-A5A6-FF4A0B9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6C112-DA88-47C7-AE6F-34BF92F7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D796C-72B6-432B-9ADB-7B84E7BA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1326918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FC000-9F16-469A-A63A-09969FC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14C69-0426-4692-9321-7006B593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36A9-5585-4FCF-AB9B-46BC4226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5164E-AFE4-477C-AAE5-0E32430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24800-B87C-4961-A53B-DE53A48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7071638c44f68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F329D-8142-459A-AB99-9953225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10AE6-C58D-429A-A6D0-5DE1C1DC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4A57-8287-477A-BD16-4298E1D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893A6-3D64-4724-92C9-BA51E1C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6F3F-AD79-44FB-8801-74EEA51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7907099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96781-BA3D-42C9-80A6-6C65E34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50B98-2121-491B-B8FC-F7BA634A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3D8FF-DA4B-42CB-8A99-49F6FF0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ED66C-35D1-4CED-A8DB-284C363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40489fab4035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BB768-B2EF-4C86-BCA9-5C92941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F8E5F-304D-4EE6-821B-6AEBD3A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6F20C-CE16-484D-B3D4-6BFDE04B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7BF95-330E-42C4-99D3-58DB413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8401E-0435-4529-9928-90EB1897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00DB9-5A69-42D7-9464-8E956224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37F88-5F08-474D-AC05-32CCFD3C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B6A95-8D77-4A77-8654-F1545AD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74F54-73A5-4B42-AB89-E482C77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A7F2F-AF86-4D68-BFA6-9797C2CE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B004F-D76B-4325-9495-76281E8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AEAAD-E14E-41F9-9964-41A97702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C9998-B0C0-47BA-A599-8676AC44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709FA-A906-4A63-A4F2-21B0327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F5740-EFA8-44D5-8830-0FE3F9B8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52EEF-6FA6-4090-905A-BB4BCBE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EEB21-24AF-4B72-846B-8DBAAE9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8FF6C-3E51-4F2B-B7F1-40A10BE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ECEB8-DD36-41E6-8A37-B8E0A631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F74AF-020C-4548-94B8-8A9A0789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857250" y="17145"/>
                </a:moveTo>
                <a:lnTo>
                  <a:pt x="966906" y="24332"/>
                </a:lnTo>
                <a:lnTo>
                  <a:pt x="1036967" y="186538"/>
                </a:lnTo>
                <a:lnTo>
                  <a:pt x="1122975" y="215733"/>
                </a:lnTo>
                <a:lnTo>
                  <a:pt x="1277303" y="129698"/>
                </a:lnTo>
                <a:lnTo>
                  <a:pt x="1368674" y="190750"/>
                </a:lnTo>
                <a:lnTo>
                  <a:pt x="1348246" y="366254"/>
                </a:lnTo>
                <a:lnTo>
                  <a:pt x="1408133" y="434543"/>
                </a:lnTo>
                <a:lnTo>
                  <a:pt x="1584802" y="437198"/>
                </a:lnTo>
                <a:lnTo>
                  <a:pt x="1633406" y="535756"/>
                </a:lnTo>
                <a:lnTo>
                  <a:pt x="1527962" y="677533"/>
                </a:lnTo>
                <a:lnTo>
                  <a:pt x="1545682" y="766616"/>
                </a:lnTo>
                <a:lnTo>
                  <a:pt x="1697355" y="857250"/>
                </a:lnTo>
                <a:lnTo>
                  <a:pt x="1690168" y="966906"/>
                </a:lnTo>
                <a:lnTo>
                  <a:pt x="1527962" y="1036967"/>
                </a:lnTo>
                <a:lnTo>
                  <a:pt x="1498767" y="1122975"/>
                </a:lnTo>
                <a:lnTo>
                  <a:pt x="1584802" y="1277303"/>
                </a:lnTo>
                <a:lnTo>
                  <a:pt x="1523750" y="1368674"/>
                </a:lnTo>
                <a:lnTo>
                  <a:pt x="1348246" y="1348246"/>
                </a:lnTo>
                <a:lnTo>
                  <a:pt x="1279957" y="1408133"/>
                </a:lnTo>
                <a:lnTo>
                  <a:pt x="1277303" y="1584802"/>
                </a:lnTo>
                <a:lnTo>
                  <a:pt x="1178744" y="1633406"/>
                </a:lnTo>
                <a:lnTo>
                  <a:pt x="1036967" y="1527962"/>
                </a:lnTo>
                <a:lnTo>
                  <a:pt x="947884" y="1545682"/>
                </a:lnTo>
                <a:lnTo>
                  <a:pt x="857250" y="1697355"/>
                </a:lnTo>
                <a:lnTo>
                  <a:pt x="747594" y="1690168"/>
                </a:lnTo>
                <a:lnTo>
                  <a:pt x="677533" y="1527962"/>
                </a:lnTo>
                <a:lnTo>
                  <a:pt x="591525" y="1498767"/>
                </a:lnTo>
                <a:lnTo>
                  <a:pt x="437197" y="1584802"/>
                </a:lnTo>
                <a:lnTo>
                  <a:pt x="345826" y="1523750"/>
                </a:lnTo>
                <a:lnTo>
                  <a:pt x="366254" y="1348246"/>
                </a:lnTo>
                <a:lnTo>
                  <a:pt x="306367" y="1279957"/>
                </a:lnTo>
                <a:lnTo>
                  <a:pt x="129698" y="1277303"/>
                </a:lnTo>
                <a:lnTo>
                  <a:pt x="81094" y="1178744"/>
                </a:lnTo>
                <a:lnTo>
                  <a:pt x="186538" y="1036967"/>
                </a:lnTo>
                <a:lnTo>
                  <a:pt x="168818" y="947884"/>
                </a:lnTo>
                <a:lnTo>
                  <a:pt x="17145" y="857250"/>
                </a:lnTo>
                <a:lnTo>
                  <a:pt x="24332" y="747594"/>
                </a:lnTo>
                <a:lnTo>
                  <a:pt x="186538" y="677533"/>
                </a:lnTo>
                <a:lnTo>
                  <a:pt x="215733" y="591525"/>
                </a:lnTo>
                <a:lnTo>
                  <a:pt x="129698" y="437197"/>
                </a:lnTo>
                <a:lnTo>
                  <a:pt x="190750" y="345826"/>
                </a:lnTo>
                <a:lnTo>
                  <a:pt x="366254" y="366254"/>
                </a:lnTo>
                <a:lnTo>
                  <a:pt x="434543" y="306367"/>
                </a:lnTo>
                <a:lnTo>
                  <a:pt x="437197" y="129698"/>
                </a:lnTo>
                <a:lnTo>
                  <a:pt x="535756" y="81094"/>
                </a:lnTo>
                <a:lnTo>
                  <a:pt x="677533" y="186538"/>
                </a:lnTo>
                <a:lnTo>
                  <a:pt x="766616" y="168818"/>
                </a:lnTo>
                <a:close/>
              </a:path>
            </a:pathLst>
          </a:cu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AAD16-9F43-40CC-AA46-5BAE375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3634740"/>
            <a:ext cx="1131570" cy="1131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A0554-7EBE-46AB-BD4E-F9D266A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857625"/>
            <a:ext cx="147447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EA0C2-65A2-4E10-84A4-8160BD4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386939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A9287-80AB-4DF6-9B1C-BB8B491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99363-8A78-47CB-AECC-D6DAB614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8487B-C3A7-4DA6-B03D-B2082521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1D751-79CC-45D0-9AF0-6DB33C8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B043-44B0-42DB-9384-056508A5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679BA-9084-4668-9970-D011E217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01D4B-C354-4219-97BE-A83B916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0116E-A007-46BE-8F88-D71D94E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DF3A0-2E6A-47C5-B092-7D64AEC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E442C-D11A-4874-8992-AF9A28A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04BC2-A529-4827-998B-4CF26FD9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4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1EB5-D0A8-422A-84B7-EA6786A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1946081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3B2ED-833B-4A92-BB9F-8559E23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5BB1D-FC6E-4B73-B3CC-DB6D028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6B0CF-2BC4-462C-9663-74E2027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5C3E9-418F-455D-BB5B-3E744A5C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b8c4a56724217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1A66F-9C4B-449D-92FD-96214A77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1324913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48629-1301-4CDB-A9BE-AA98B3F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4F0D1-7E9D-449C-BEB8-F097FCBF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6BCF8-105C-4B07-94E2-95D2A62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7CFD4-B1A7-402C-A696-D0FE528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D33AB-ABA5-4DD6-9A27-ACE05F6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8AE77-F3D2-4CE7-83B3-1C42D23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FE58B-D589-4308-8D9D-3FC045E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93C9C-A4B6-4904-9308-6CA5248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675AF-B884-40D1-86D2-FDB25FD7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Records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D4168-43B6-49F4-BFA8-DD70584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06075-7D7D-4FC5-978A-89AA15BD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39F80-C469-41BB-9E60-AF741D4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E78DB-6922-47AC-8562-06BDAE5F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BDC00-5428-492E-8AB1-19DA69A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2FA21-37A2-472B-A57B-4E3482A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Designer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1E67E-46FB-4752-A7EC-A3587E98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808C7-195E-4722-8124-9A8AC12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D1285-4FFF-4D46-80DF-73C55FA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32797-121A-4898-96E6-2D8A0E3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43DDF-36C8-4D91-AF5A-5B61D19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98E15-D762-4BE7-B8E1-3C07160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Onboarding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02873-8F46-4A92-B5FB-1C2E05A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17525-1E11-4F9A-A41E-39540CA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6C84F-02A8-48B6-B658-8FC191CB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Designer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5F0AB-CF17-442C-B10B-7ECEC7F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7F6C2-0D9A-4322-BDD6-6845989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36786-5A2A-4505-B092-02C96B9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4D8F8-4A97-4613-B9B2-F8C1571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18970484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8D03C-565D-43C6-8919-DF90085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0D824-F738-49B1-A7F5-4AED196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9041D-4B3E-4153-8697-4038DDD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B0F2-C87B-43FB-B47A-0B6ED272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37F2-F33A-4614-803A-4E6DFEE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75F7D-5DDA-4A15-A0B4-167E6B4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BB3B5-DD5C-41A5-A842-A1E79E45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399867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2C3D4-903B-4AEF-83FB-DA925D3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BCA39-3960-4AC8-B0C0-BDDFB1E5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3C59B-711C-48FC-903A-3F1B5F9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9A6B1-22E9-40BC-A0A8-EE16628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032E-83B7-412C-A7BC-9488E22E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E58B-B884-401F-B488-40534911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36490-C9AA-4B3F-96B2-4F6CC93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34146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EFC1A-5819-4EB4-BDFE-10BC7298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35177-C445-4AD8-A82E-13691F9A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88211-6B36-455C-B1DD-BE10CA24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68E4F-0040-43D0-A9E5-44DC7812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3B76-6431-4407-9572-0486D3BC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1F2EC-270D-4C08-AD72-6816605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C2596-D2D3-416F-BA19-0113430A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20012853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4C36D-2983-4016-BFC5-D4DBE70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CF88D-F9BD-4FB3-8569-9FF47EB2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8173A-8C6A-4578-9AD5-7DAA216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9841A-D70F-4DED-A060-2C54958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6C01C-09CC-4457-8B37-0111B9C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EEA13-FE05-4314-A7F1-BDE019C8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3698612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062EF-E557-473C-BC15-F0F0A98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869D0-70DB-41CA-B1E5-E48050E6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3EDD2-25CB-4ECD-B22A-3E65A5EC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9700F-33D8-4DE6-AAE3-3F5E084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063E7-A67E-4961-B616-88232DC2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9A7A1-71A6-4934-8CD1-3C57F481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A245E-338E-48F2-B0B0-513B605A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A0569-618E-4948-9ADF-4692C0B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1706813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856B6-0A14-4D71-815C-684C2798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1B802-284F-4C8B-B478-271E46C0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9BD9A-B107-4200-BF87-E504EFF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A2B94-363D-4507-BC8A-36232366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17826388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30FF8-7372-4DFF-90E9-5241404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91A88-86B5-4DBE-A604-3BE48C5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14C54-9688-47B3-A577-9B157DD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6F95D-A0C6-4450-AB4E-2ED25C5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27BE0-EEEC-4324-A488-6BC0CCB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557E1-0D09-4161-B1F1-3082590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509FF-6CE1-481F-8904-CEF310D0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A87E1-48CD-44DF-A0FD-5C99801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A9845-36D0-4472-BB72-95D58D7E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204286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2026-10-01T08:04:35.9050000Z</dcterms:created>
  <dcterms:modified xsi:type="dcterms:W3CDTF">2026-10-01T08:04:35.9050000Z</dcterms:modified>
</coreProperties>
</file>