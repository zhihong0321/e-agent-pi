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005fafb6a1461f" /><Relationship Type="http://schemas.openxmlformats.org/officeDocument/2006/relationships/extended-properties" Target="/docProps/app.xml" Id="R0febc648605940bf" /><Relationship Type="http://schemas.openxmlformats.org/officeDocument/2006/relationships/officeDocument" Target="/ppt/presentation.xml" Id="R245c2d2543c0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c453bcfea4bb3"/>
  </p:sldMasterIdLst>
  <p:notesMasterIdLst>
    <p:notesMasterId xmlns:r="http://schemas.openxmlformats.org/officeDocument/2006/relationships" r:id="Rfe8994fdefbc4e97"/>
  </p:notesMasterIdLst>
  <p:sldIdLst>
    <p:sldId xmlns:r="http://schemas.openxmlformats.org/officeDocument/2006/relationships" id="256" r:id="Rd3e19be33f234e8b"/>
    <p:sldId xmlns:r="http://schemas.openxmlformats.org/officeDocument/2006/relationships" id="257" r:id="R4beca7a26b1c4c6d"/>
    <p:sldId xmlns:r="http://schemas.openxmlformats.org/officeDocument/2006/relationships" id="258" r:id="R8a6224744e1144be"/>
    <p:sldId xmlns:r="http://schemas.openxmlformats.org/officeDocument/2006/relationships" id="259" r:id="R808b8a275c294c54"/>
    <p:sldId xmlns:r="http://schemas.openxmlformats.org/officeDocument/2006/relationships" id="260" r:id="R1451f8e455b74931"/>
    <p:sldId xmlns:r="http://schemas.openxmlformats.org/officeDocument/2006/relationships" id="261" r:id="R3ca407745d0a4ab4"/>
    <p:sldId xmlns:r="http://schemas.openxmlformats.org/officeDocument/2006/relationships" id="262" r:id="Rd2ceeb3e84714ec0"/>
    <p:sldId xmlns:r="http://schemas.openxmlformats.org/officeDocument/2006/relationships" id="263" r:id="R96b4cf75ff924791"/>
    <p:sldId xmlns:r="http://schemas.openxmlformats.org/officeDocument/2006/relationships" id="264" r:id="Rc422cafa79654842"/>
    <p:sldId xmlns:r="http://schemas.openxmlformats.org/officeDocument/2006/relationships" id="265" r:id="Rf523d32b9e244600"/>
    <p:sldId xmlns:r="http://schemas.openxmlformats.org/officeDocument/2006/relationships" id="266" r:id="Rf0ee560af8d94804"/>
    <p:sldId xmlns:r="http://schemas.openxmlformats.org/officeDocument/2006/relationships" id="267" r:id="R9d5583ac538b461d"/>
    <p:sldId xmlns:r="http://schemas.openxmlformats.org/officeDocument/2006/relationships" id="268" r:id="R8bc4056d00e347cc"/>
    <p:sldId xmlns:r="http://schemas.openxmlformats.org/officeDocument/2006/relationships" id="269" r:id="Rdc18eaf07e5c44ed"/>
    <p:sldId xmlns:r="http://schemas.openxmlformats.org/officeDocument/2006/relationships" id="270" r:id="Ra218d83c2bbb4ac6"/>
    <p:sldId xmlns:r="http://schemas.openxmlformats.org/officeDocument/2006/relationships" id="271" r:id="R8fd7df590b87467d"/>
    <p:sldId xmlns:r="http://schemas.openxmlformats.org/officeDocument/2006/relationships" id="272" r:id="R684b5fa66b974e07"/>
    <p:sldId xmlns:r="http://schemas.openxmlformats.org/officeDocument/2006/relationships" id="273" r:id="Rf80a46cbd59f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5f9292c0342e4" /><Relationship Type="http://schemas.openxmlformats.org/officeDocument/2006/relationships/slideMaster" Target="/ppt/slideMasters/slideMaster1.xml" Id="R73dc453bcfea4bb3" /><Relationship Type="http://schemas.openxmlformats.org/officeDocument/2006/relationships/notesMaster" Target="/ppt/notesMasters/notesMaster1.xml" Id="Rfe8994fdefbc4e97" /><Relationship Type="http://schemas.openxmlformats.org/officeDocument/2006/relationships/presProps" Target="/ppt/presProps.xml" Id="R2b0f6f0073834ab1" /><Relationship Type="http://schemas.openxmlformats.org/officeDocument/2006/relationships/tableStyles" Target="/ppt/tableStyles.xml" Id="Rf9616cdecb394942" /><Relationship Type="http://schemas.openxmlformats.org/officeDocument/2006/relationships/slide" Target="/ppt/slides/slide1.xml" Id="Rd3e19be33f234e8b" /><Relationship Type="http://schemas.openxmlformats.org/officeDocument/2006/relationships/slide" Target="/ppt/slides/slide2.xml" Id="R4beca7a26b1c4c6d" /><Relationship Type="http://schemas.openxmlformats.org/officeDocument/2006/relationships/slide" Target="/ppt/slides/slide3.xml" Id="R8a6224744e1144be" /><Relationship Type="http://schemas.openxmlformats.org/officeDocument/2006/relationships/slide" Target="/ppt/slides/slide4.xml" Id="R808b8a275c294c54" /><Relationship Type="http://schemas.openxmlformats.org/officeDocument/2006/relationships/slide" Target="/ppt/slides/slide5.xml" Id="R1451f8e455b74931" /><Relationship Type="http://schemas.openxmlformats.org/officeDocument/2006/relationships/slide" Target="/ppt/slides/slide6.xml" Id="R3ca407745d0a4ab4" /><Relationship Type="http://schemas.openxmlformats.org/officeDocument/2006/relationships/slide" Target="/ppt/slides/slide7.xml" Id="Rd2ceeb3e84714ec0" /><Relationship Type="http://schemas.openxmlformats.org/officeDocument/2006/relationships/slide" Target="/ppt/slides/slide8.xml" Id="R96b4cf75ff924791" /><Relationship Type="http://schemas.openxmlformats.org/officeDocument/2006/relationships/slide" Target="/ppt/slides/slide9.xml" Id="Rc422cafa79654842" /><Relationship Type="http://schemas.openxmlformats.org/officeDocument/2006/relationships/slide" Target="/ppt/slides/slide10.xml" Id="Rf523d32b9e244600" /><Relationship Type="http://schemas.openxmlformats.org/officeDocument/2006/relationships/slide" Target="/ppt/slides/slide11.xml" Id="Rf0ee560af8d94804" /><Relationship Type="http://schemas.openxmlformats.org/officeDocument/2006/relationships/slide" Target="/ppt/slides/slide12.xml" Id="R9d5583ac538b461d" /><Relationship Type="http://schemas.openxmlformats.org/officeDocument/2006/relationships/slide" Target="/ppt/slides/slide13.xml" Id="R8bc4056d00e347cc" /><Relationship Type="http://schemas.openxmlformats.org/officeDocument/2006/relationships/slide" Target="/ppt/slides/slide14.xml" Id="Rdc18eaf07e5c44ed" /><Relationship Type="http://schemas.openxmlformats.org/officeDocument/2006/relationships/slide" Target="/ppt/slides/slide15.xml" Id="Ra218d83c2bbb4ac6" /><Relationship Type="http://schemas.openxmlformats.org/officeDocument/2006/relationships/slide" Target="/ppt/slides/slide16.xml" Id="R8fd7df590b87467d" /><Relationship Type="http://schemas.openxmlformats.org/officeDocument/2006/relationships/slide" Target="/ppt/slides/slide17.xml" Id="R684b5fa66b974e07" /><Relationship Type="http://schemas.openxmlformats.org/officeDocument/2006/relationships/slide" Target="/ppt/slides/slide18.xml" Id="Rf80a46cbd59f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69bc5ad49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99e7b63a34511" /><Relationship Type="http://schemas.openxmlformats.org/officeDocument/2006/relationships/notesMaster" Target="/ppt/notesMasters/notesMaster1.xml" Id="R8065b9cb06164b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71642d700149be" /><Relationship Type="http://schemas.openxmlformats.org/officeDocument/2006/relationships/notesMaster" Target="/ppt/notesMasters/notesMaster1.xml" Id="R456e63cad53a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dbabd3ca5411f" /><Relationship Type="http://schemas.openxmlformats.org/officeDocument/2006/relationships/notesMaster" Target="/ppt/notesMasters/notesMaster1.xml" Id="Rdd77779efd83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41d07b7544fc5" /><Relationship Type="http://schemas.openxmlformats.org/officeDocument/2006/relationships/notesMaster" Target="/ppt/notesMasters/notesMaster1.xml" Id="R69acade5377b4e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f05bb8b80e4241" /><Relationship Type="http://schemas.openxmlformats.org/officeDocument/2006/relationships/notesMaster" Target="/ppt/notesMasters/notesMaster1.xml" Id="R143a0fba2491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89c4d11d644e22" /><Relationship Type="http://schemas.openxmlformats.org/officeDocument/2006/relationships/notesMaster" Target="/ppt/notesMasters/notesMaster1.xml" Id="Re87456ad78b9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f97f00bbdb4b26" /><Relationship Type="http://schemas.openxmlformats.org/officeDocument/2006/relationships/notesMaster" Target="/ppt/notesMasters/notesMaster1.xml" Id="Rc258feea8edd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9e62c4d57b4779" /><Relationship Type="http://schemas.openxmlformats.org/officeDocument/2006/relationships/notesMaster" Target="/ppt/notesMasters/notesMaster1.xml" Id="R582596b434a8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758d365a454c3f" /><Relationship Type="http://schemas.openxmlformats.org/officeDocument/2006/relationships/notesMaster" Target="/ppt/notesMasters/notesMaster1.xml" Id="R55500ce49f564a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5a04ed2aa484b" /><Relationship Type="http://schemas.openxmlformats.org/officeDocument/2006/relationships/notesMaster" Target="/ppt/notesMasters/notesMaster1.xml" Id="R3f660a92bbf949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e4d74aa5134a95" /><Relationship Type="http://schemas.openxmlformats.org/officeDocument/2006/relationships/notesMaster" Target="/ppt/notesMasters/notesMaster1.xml" Id="R34ff1cae9b2647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af38f767184f60" /><Relationship Type="http://schemas.openxmlformats.org/officeDocument/2006/relationships/notesMaster" Target="/ppt/notesMasters/notesMaster1.xml" Id="Rda429459443940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4b59f7e0e4bc3" /><Relationship Type="http://schemas.openxmlformats.org/officeDocument/2006/relationships/notesMaster" Target="/ppt/notesMasters/notesMaster1.xml" Id="R74c78cc3f70449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096e9d3af54a03" /><Relationship Type="http://schemas.openxmlformats.org/officeDocument/2006/relationships/notesMaster" Target="/ppt/notesMasters/notesMaster1.xml" Id="R0e09eb2cb48e43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818b9b610e490a" /><Relationship Type="http://schemas.openxmlformats.org/officeDocument/2006/relationships/notesMaster" Target="/ppt/notesMasters/notesMaster1.xml" Id="R6ba04b28408242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a5aa5173cf4d91" /><Relationship Type="http://schemas.openxmlformats.org/officeDocument/2006/relationships/notesMaster" Target="/ppt/notesMasters/notesMaster1.xml" Id="R1b176ba988fe4e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7fa6e7e2eb4eff" /><Relationship Type="http://schemas.openxmlformats.org/officeDocument/2006/relationships/notesMaster" Target="/ppt/notesMasters/notesMaster1.xml" Id="Rb4c00ddfa49e4e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4e8f0c24014a3f" /><Relationship Type="http://schemas.openxmlformats.org/officeDocument/2006/relationships/notesMaster" Target="/ppt/notesMasters/notesMaster1.xml" Id="Rc03faf432459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2a5f78bad41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475f1376e44e0" /><Relationship Type="http://schemas.openxmlformats.org/officeDocument/2006/relationships/slideLayout" Target="/ppt/slideLayouts/slideLayout1.xml" Id="R0004fe1cccc346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4fe1cccc346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206cfe8634a2c" /><Relationship Type="http://schemas.openxmlformats.org/officeDocument/2006/relationships/image" Target="/ppt/media/image.png" Id="R7ff378a090d04673" /><Relationship Type="http://schemas.openxmlformats.org/officeDocument/2006/relationships/notesSlide" Target="/ppt/notesSlides/notesSlide1.xml" Id="R9abfef67ab3a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bee02843f4ab0" /><Relationship Type="http://schemas.openxmlformats.org/officeDocument/2006/relationships/notesSlide" Target="/ppt/notesSlides/notesSlide2.xml" Id="Rd6d1dbec640e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278370594d66" /><Relationship Type="http://schemas.openxmlformats.org/officeDocument/2006/relationships/notesSlide" Target="/ppt/notesSlides/notesSlide3.xml" Id="R99b57f412b52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caf8538f4278" /><Relationship Type="http://schemas.openxmlformats.org/officeDocument/2006/relationships/notesSlide" Target="/ppt/notesSlides/notesSlide4.xml" Id="Rd7282e0d1ed0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58b907ed447b8" /><Relationship Type="http://schemas.openxmlformats.org/officeDocument/2006/relationships/notesSlide" Target="/ppt/notesSlides/notesSlide5.xml" Id="Rffd311e28e8242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f8378793a4374" /><Relationship Type="http://schemas.openxmlformats.org/officeDocument/2006/relationships/image" Target="/ppt/media/image2.png" Id="R00012a56f26243fb" /><Relationship Type="http://schemas.openxmlformats.org/officeDocument/2006/relationships/notesSlide" Target="/ppt/notesSlides/notesSlide6.xml" Id="R4c8390f20f21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7464b2334065" /><Relationship Type="http://schemas.openxmlformats.org/officeDocument/2006/relationships/notesSlide" Target="/ppt/notesSlides/notesSlide7.xml" Id="R955690ea6fe745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706425374d3e" /><Relationship Type="http://schemas.openxmlformats.org/officeDocument/2006/relationships/image" Target="/ppt/media/image3.png" Id="Re36782115c2f4eac" /><Relationship Type="http://schemas.openxmlformats.org/officeDocument/2006/relationships/notesSlide" Target="/ppt/notesSlides/notesSlide8.xml" Id="Ra6e6c7cedd9641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ee38e44024200" /><Relationship Type="http://schemas.openxmlformats.org/officeDocument/2006/relationships/notesSlide" Target="/ppt/notesSlides/notesSlide9.xml" Id="Rcfaabee3382549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75d19b5e4001" /><Relationship Type="http://schemas.openxmlformats.org/officeDocument/2006/relationships/image" Target="/ppt/media/image4.png" Id="Rbf7be5489703425a" /><Relationship Type="http://schemas.openxmlformats.org/officeDocument/2006/relationships/notesSlide" Target="/ppt/notesSlides/notesSlide10.xml" Id="Rc4e9f80b096547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ef251c4f46ad" /><Relationship Type="http://schemas.openxmlformats.org/officeDocument/2006/relationships/notesSlide" Target="/ppt/notesSlides/notesSlide11.xml" Id="R0a374f8e678b47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aa3c98ae4d42" /><Relationship Type="http://schemas.openxmlformats.org/officeDocument/2006/relationships/notesSlide" Target="/ppt/notesSlides/notesSlide12.xml" Id="Rd4799aa3efb443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bcfdaf40e45cf" /><Relationship Type="http://schemas.openxmlformats.org/officeDocument/2006/relationships/notesSlide" Target="/ppt/notesSlides/notesSlide13.xml" Id="R55b772ba53e84b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8bc926b8c459e" /><Relationship Type="http://schemas.openxmlformats.org/officeDocument/2006/relationships/notesSlide" Target="/ppt/notesSlides/notesSlide14.xml" Id="Raf562c811a0b42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00f853ef4b1d" /><Relationship Type="http://schemas.openxmlformats.org/officeDocument/2006/relationships/notesSlide" Target="/ppt/notesSlides/notesSlide15.xml" Id="Rf7e9b227ac3549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7e425b014516" /><Relationship Type="http://schemas.openxmlformats.org/officeDocument/2006/relationships/notesSlide" Target="/ppt/notesSlides/notesSlide16.xml" Id="R1d10804b85564a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d19200a544ad0" /><Relationship Type="http://schemas.openxmlformats.org/officeDocument/2006/relationships/notesSlide" Target="/ppt/notesSlides/notesSlide17.xml" Id="Rc656a60534d24b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a32e54e44abb" /><Relationship Type="http://schemas.openxmlformats.org/officeDocument/2006/relationships/notesSlide" Target="/ppt/notesSlides/notesSlide18.xml" Id="R87a653c6390a46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51562-1480-4D13-ADBC-019F8F66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F3EEF-8B87-46BA-869A-B33F5252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530A8-0273-4770-B795-71A0985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24C7-9748-4504-96E3-10313BF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457FE-CD0D-4A2F-A260-E343BEC6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378a090d04673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38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E563A-F087-4036-9FF3-AF1BA33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49F7-7D24-405D-BFBF-40D99D6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E61B7-F896-4635-B17E-7B632669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08FE-9CAE-44CF-9147-1C629C8D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1088632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E2586-154F-430E-8C9C-4FB0D1B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B2E68-B567-4CDC-99A1-A33A4ED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50E64-58E9-491C-AF24-2F917C1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1AA90-BDF4-4A08-B0FA-E363802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6454D-1FC4-4FD8-866A-04F02CD9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1096022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8FDDD-768A-40A1-8F34-FCBCAA6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49797-9BE3-4445-845C-6B03C28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1D06C-75CB-40E5-9324-D1D4284E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F750B-052B-4BEC-8CFA-2A28EA4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10712-3903-471F-985E-A8283DC6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3A31-A875-4FB6-8035-CF331A5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A1722-5D7F-43C4-9360-8384B41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BDD67-FD1B-4A99-AC79-51D5B4B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FF528-D117-433D-BF92-834AC12B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988600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5DE18-B354-4A72-B3E2-D26071D5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428D-3138-49E9-935E-A58F99B0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861D-7709-432D-AFF1-AF724B9B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B8E89-0F86-42C8-9B41-1CDA52D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42B19-0E4F-4FA0-9DD8-01274BD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86813-A491-40C8-9C63-02BCF7BE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1852117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440C7-EF5E-4177-8D5C-7742D5B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CDE9A-79D3-4FCF-AEB8-B85DE651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AE6D-4F59-41BC-AAE5-F2A7C88F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677D-D6F0-4F44-9FB5-DCEBF05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AAEA3-1CCF-4386-924F-2D4442C7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12a56f26243fb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59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DA56E-18C1-4934-AB40-F17605BF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EFF33-CFDC-4D2F-B48A-DAD7F229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424EC-523C-4E32-AD4E-1F212BA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A50B1-162A-482C-A52F-E441E0E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33D9-7A2A-42FA-9E01-6A64D31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782820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13C70-F766-44CB-9533-42173C2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31230-02F5-4274-870F-972BFD3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7E31C-ABBD-4C4B-B9FD-D4B07346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46E04-F562-4CF7-90AF-C25DDFE0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782115c2f4eac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21C9B-2CCF-4E3E-8752-0703D8AF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627C7-490F-4C59-8491-ED025278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FFE5C-AAF0-45C8-B24D-D02626F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AEC21-CD90-456C-9F89-5EE0631A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EF987-0D58-4A02-BB27-F8025E5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F7656-B034-40B5-99A2-AEB07C5F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5247C-F500-4639-8011-48B4FEB2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D3195-77FF-4385-8BA7-83C2BE4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8D8FF-9B30-4E75-9B81-20C5C99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0C257-7242-459E-973B-77CB161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7B586-C036-456B-967B-99AAD82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D5649-FA58-4FFE-BE4C-08FD59F9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5DC2D-7695-4B5C-8E8F-09022C1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C13F8-CD4A-4FF9-B0B9-368D7C4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17688-A0BE-4281-9FFE-ECB610B8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FAF00-BFEB-44F2-A415-ECF79DF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3D6D1-64F8-4179-8380-8B5F87D5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592BA-A12E-4F2C-98BC-96474D2E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9057E-DF46-4BDC-B991-4BCC8578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E4A89-BA2E-4328-B200-2117F545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857250" y="17145"/>
                </a:moveTo>
                <a:lnTo>
                  <a:pt x="966906" y="24332"/>
                </a:lnTo>
                <a:lnTo>
                  <a:pt x="1036967" y="186538"/>
                </a:lnTo>
                <a:lnTo>
                  <a:pt x="1122975" y="215733"/>
                </a:lnTo>
                <a:lnTo>
                  <a:pt x="1277303" y="129698"/>
                </a:lnTo>
                <a:lnTo>
                  <a:pt x="1368674" y="190750"/>
                </a:lnTo>
                <a:lnTo>
                  <a:pt x="1348246" y="366254"/>
                </a:lnTo>
                <a:lnTo>
                  <a:pt x="1408133" y="434543"/>
                </a:lnTo>
                <a:lnTo>
                  <a:pt x="1584802" y="437198"/>
                </a:lnTo>
                <a:lnTo>
                  <a:pt x="1633406" y="535756"/>
                </a:lnTo>
                <a:lnTo>
                  <a:pt x="1527962" y="677533"/>
                </a:lnTo>
                <a:lnTo>
                  <a:pt x="1545682" y="766616"/>
                </a:lnTo>
                <a:lnTo>
                  <a:pt x="1697355" y="857250"/>
                </a:lnTo>
                <a:lnTo>
                  <a:pt x="1690168" y="966906"/>
                </a:lnTo>
                <a:lnTo>
                  <a:pt x="1527962" y="1036967"/>
                </a:lnTo>
                <a:lnTo>
                  <a:pt x="1498767" y="1122975"/>
                </a:lnTo>
                <a:lnTo>
                  <a:pt x="1584802" y="1277303"/>
                </a:lnTo>
                <a:lnTo>
                  <a:pt x="1523750" y="1368674"/>
                </a:lnTo>
                <a:lnTo>
                  <a:pt x="1348246" y="1348246"/>
                </a:lnTo>
                <a:lnTo>
                  <a:pt x="1279957" y="1408133"/>
                </a:lnTo>
                <a:lnTo>
                  <a:pt x="1277303" y="1584802"/>
                </a:lnTo>
                <a:lnTo>
                  <a:pt x="1178744" y="1633406"/>
                </a:lnTo>
                <a:lnTo>
                  <a:pt x="1036967" y="1527962"/>
                </a:lnTo>
                <a:lnTo>
                  <a:pt x="947884" y="1545682"/>
                </a:lnTo>
                <a:lnTo>
                  <a:pt x="857250" y="1697355"/>
                </a:lnTo>
                <a:lnTo>
                  <a:pt x="747594" y="1690168"/>
                </a:lnTo>
                <a:lnTo>
                  <a:pt x="677533" y="1527962"/>
                </a:lnTo>
                <a:lnTo>
                  <a:pt x="591525" y="1498767"/>
                </a:lnTo>
                <a:lnTo>
                  <a:pt x="437197" y="1584802"/>
                </a:lnTo>
                <a:lnTo>
                  <a:pt x="345826" y="1523750"/>
                </a:lnTo>
                <a:lnTo>
                  <a:pt x="366254" y="1348246"/>
                </a:lnTo>
                <a:lnTo>
                  <a:pt x="306367" y="1279957"/>
                </a:lnTo>
                <a:lnTo>
                  <a:pt x="129698" y="1277303"/>
                </a:lnTo>
                <a:lnTo>
                  <a:pt x="81094" y="1178744"/>
                </a:lnTo>
                <a:lnTo>
                  <a:pt x="186538" y="1036967"/>
                </a:lnTo>
                <a:lnTo>
                  <a:pt x="168818" y="947884"/>
                </a:lnTo>
                <a:lnTo>
                  <a:pt x="17145" y="857250"/>
                </a:lnTo>
                <a:lnTo>
                  <a:pt x="24332" y="747594"/>
                </a:lnTo>
                <a:lnTo>
                  <a:pt x="186538" y="677533"/>
                </a:lnTo>
                <a:lnTo>
                  <a:pt x="215733" y="591525"/>
                </a:lnTo>
                <a:lnTo>
                  <a:pt x="129698" y="437197"/>
                </a:lnTo>
                <a:lnTo>
                  <a:pt x="190750" y="345826"/>
                </a:lnTo>
                <a:lnTo>
                  <a:pt x="366254" y="366254"/>
                </a:lnTo>
                <a:lnTo>
                  <a:pt x="434543" y="306367"/>
                </a:lnTo>
                <a:lnTo>
                  <a:pt x="437197" y="129698"/>
                </a:lnTo>
                <a:lnTo>
                  <a:pt x="535756" y="81094"/>
                </a:lnTo>
                <a:lnTo>
                  <a:pt x="677533" y="186538"/>
                </a:lnTo>
                <a:lnTo>
                  <a:pt x="766616" y="168818"/>
                </a:lnTo>
                <a:close/>
              </a:path>
            </a:pathLst>
          </a:cu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70F52-2F88-4452-A48A-7E2B9A3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3634740"/>
            <a:ext cx="1131570" cy="1131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5AA2E-06A5-4E5E-93F0-5973ED8B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857625"/>
            <a:ext cx="147447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CA396-5BDB-4C48-B127-919D674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937677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1D184-41A5-4244-B69A-39CF6A7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16A23-5242-4B9D-87B9-915BA72A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BB6DA-FC50-4D12-80C6-F8A6150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09C0-44CF-4408-B912-0EFB2BE1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22DB7-AC60-4FF1-96A5-9E4ED3FB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F7ED7-C7B3-4F86-92BB-E9B2F547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AC8BE-569B-4621-BB46-8CFB37D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78F77-A2C0-4FEC-A03D-67BD535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0B79C-B900-42D3-878C-F089EAEE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40A4C-7FBE-4F18-B514-F16F06F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7187C-F340-4040-B932-3575BEC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4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5261D-458D-48F8-8B2A-6220184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97341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97566-DA24-48EA-94BC-45AC1E0F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E1A41-B652-480F-BBB5-FCD01A3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6572E-BB64-40A4-A123-B1474A6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8522A-85BF-446A-9E37-1CAC05C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be5489703425a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7C7B5-8538-4DEE-8A3C-8E9A863E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521752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51C71-1567-4239-88E4-06B71A1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C6612-8BD1-4304-9533-5BD8D7A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4F4AA-82D4-4D71-9591-99C773F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51319-E767-4111-8995-D5FC1D38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C4394-C0AB-4066-96B5-882DFB4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E0CEB-EF23-417C-A5DB-FCA1D4B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CEE06-B11C-4DF0-93D0-39D74F5C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2EFF8-F5E9-4588-83BD-3C78D031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F6A63-F3F4-4F1F-BFA5-DCFC7956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82BBB-01B3-45EB-9259-3D9805A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CB7DA-B090-4710-9930-B3CF1D00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5376E-DF59-42F3-900B-3D4BE708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77211-167D-4131-9A3D-EC5253A4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3BC4-5B1E-47BB-8C17-D6EDA83C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4E32F-3316-4A6B-AF01-8AF5BF2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66367-70FE-485B-AE15-858E9FCB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4A3FF-DF69-410B-8BEF-8BC8B9A9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12789-B525-4701-865F-F5E4D3E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D80EC-B194-4DA4-B4E3-AE370BE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AD583-CA76-46C5-9D7C-AC549D6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424A8-9FA5-491B-9963-64662C9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90AC9-B933-4115-A91F-84781F9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C2EF2-F212-4EFC-8DA5-C7BF2AC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D16E2-640C-40C9-9876-6D01D09F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B6473-07D7-4D91-AB42-9230789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55D12-504D-4158-A0F1-4B36B5D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26537-CD6A-4D30-BF0B-B317834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AF928-176B-4083-BFC2-B2C329A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316337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16AAE-9877-4395-9C46-18B5E7B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4A175-73DD-4CFD-8B55-0C864385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7C08-243A-4C01-BC1A-04773BBA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EE0A3-5874-4BC4-97F2-60BDD718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8103D-BDD0-465C-99F9-90C1655D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5D445-8865-458F-A3B1-EA10988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51710-F64F-4B1E-B7AD-9F99E832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1908336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879DD-7BAB-4F1B-B724-5244EED1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904A2-6B56-48E4-9408-1559CCF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DB2F3-A27B-41AC-AB1A-839F70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3B076-051B-453B-8D6A-4E3480B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94119-D37A-4C83-A5EF-2C30A59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EC066-4A7B-414C-97E4-8C9C63B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75FC2-C980-4391-9270-965922C5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1776581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5C9DD-4A78-4486-AE3E-1337D02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80E65-640E-414E-BD99-2BB3E431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61867-1B6B-4E4D-8654-B904E43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8927F-2CEE-499D-9440-D2FC77B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FA305-E5B4-42A6-BDE5-766F67C7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E65B1-E431-4751-A50F-B954BD1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ACED2-F9F1-4E32-AE31-960F2225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8182229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B000B-4659-4B5F-9729-4B6100E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B6ADE-EF31-4D54-BA59-345A95A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91267-DE16-4B39-8514-EEC88940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DB08F-90A8-4DF4-95B6-3D37F61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8ABEA-F05A-4248-BB50-4B8F2FC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135E7-7C4D-414D-8C49-A43DA9CA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065340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8D8A8-C35F-4632-9402-2CED5A8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717E6-3836-4787-8B1F-27EE5F1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B8DF4-A3E4-4AA9-80E0-D8B8038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A67E0-BE1F-4F7D-A2D6-3A12A89E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679F7-92A1-4ACF-B7CE-6B76BAF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6FCDE-9F41-465B-9113-517265C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342F7-8EB2-4001-A312-8AB5714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D391B-E976-4CA3-9F98-777ED3D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6344626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64C17-5E85-487C-885A-04B6B26B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4CDF-9EA0-4955-B30F-D76E190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E587F-03BE-4926-897B-2B1DFB8E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E084C-EF22-4CFF-8F83-34CB3B18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10621727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BC4E7-7A96-4FF4-80C2-A85AF8C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7285-5378-400C-937D-E7B2C3E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19113-317C-4AED-8B60-BBFB7498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2CC5E-48E2-4581-9816-91EA38F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C07FB-42C8-4826-8094-271D3C9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35FF3-F9FB-45E0-97AF-EA3B6495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F2DD-453F-4923-845A-DED08740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572EC-E9AB-437E-BB25-872CB3C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94C1A-F1A7-4E99-B106-A648E4FE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281159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2026-10-01T08:05:18.7640000Z</dcterms:created>
  <dcterms:modified xsi:type="dcterms:W3CDTF">2026-10-01T08:05:18.7640000Z</dcterms:modified>
</coreProperties>
</file>