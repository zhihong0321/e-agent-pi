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768cf6731c4b84" /><Relationship Type="http://schemas.openxmlformats.org/officeDocument/2006/relationships/extended-properties" Target="/docProps/app.xml" Id="R98e2a2287d6d4c58" /><Relationship Type="http://schemas.openxmlformats.org/officeDocument/2006/relationships/officeDocument" Target="/ppt/presentation.xml" Id="R4ae0e9eb4b4740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9c703191fe42ee"/>
  </p:sldMasterIdLst>
  <p:notesMasterIdLst>
    <p:notesMasterId xmlns:r="http://schemas.openxmlformats.org/officeDocument/2006/relationships" r:id="Ra2baed0250144bff"/>
  </p:notesMasterIdLst>
  <p:sldIdLst>
    <p:sldId xmlns:r="http://schemas.openxmlformats.org/officeDocument/2006/relationships" id="256" r:id="R31669787b22c4a43"/>
    <p:sldId xmlns:r="http://schemas.openxmlformats.org/officeDocument/2006/relationships" id="257" r:id="R5db42f6517cb4181"/>
    <p:sldId xmlns:r="http://schemas.openxmlformats.org/officeDocument/2006/relationships" id="258" r:id="R8af419f22b87420f"/>
    <p:sldId xmlns:r="http://schemas.openxmlformats.org/officeDocument/2006/relationships" id="259" r:id="R1c8d61e3bf4e46c8"/>
    <p:sldId xmlns:r="http://schemas.openxmlformats.org/officeDocument/2006/relationships" id="260" r:id="R39d9d096d317468e"/>
    <p:sldId xmlns:r="http://schemas.openxmlformats.org/officeDocument/2006/relationships" id="261" r:id="R782ec228d42e497f"/>
    <p:sldId xmlns:r="http://schemas.openxmlformats.org/officeDocument/2006/relationships" id="262" r:id="R0b6e3f1ce953452b"/>
    <p:sldId xmlns:r="http://schemas.openxmlformats.org/officeDocument/2006/relationships" id="263" r:id="R42679874a8694dfb"/>
    <p:sldId xmlns:r="http://schemas.openxmlformats.org/officeDocument/2006/relationships" id="264" r:id="Rfdfb20ebbc814d83"/>
    <p:sldId xmlns:r="http://schemas.openxmlformats.org/officeDocument/2006/relationships" id="265" r:id="R80c2460571e34f88"/>
    <p:sldId xmlns:r="http://schemas.openxmlformats.org/officeDocument/2006/relationships" id="266" r:id="Rc9bfcd33b5f6466b"/>
    <p:sldId xmlns:r="http://schemas.openxmlformats.org/officeDocument/2006/relationships" id="267" r:id="R77f6d48a42a14af7"/>
    <p:sldId xmlns:r="http://schemas.openxmlformats.org/officeDocument/2006/relationships" id="268" r:id="R39db5b03afc549f5"/>
    <p:sldId xmlns:r="http://schemas.openxmlformats.org/officeDocument/2006/relationships" id="269" r:id="R0b4920263a5c4943"/>
    <p:sldId xmlns:r="http://schemas.openxmlformats.org/officeDocument/2006/relationships" id="270" r:id="Rfaf62a8ca2644965"/>
    <p:sldId xmlns:r="http://schemas.openxmlformats.org/officeDocument/2006/relationships" id="271" r:id="R32a60fd7c8dd4268"/>
    <p:sldId xmlns:r="http://schemas.openxmlformats.org/officeDocument/2006/relationships" id="272" r:id="Rc4e3dc1ecdfa40dd"/>
    <p:sldId xmlns:r="http://schemas.openxmlformats.org/officeDocument/2006/relationships" id="273" r:id="R30679fdedf7e46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accfdb18ce44db" /><Relationship Type="http://schemas.openxmlformats.org/officeDocument/2006/relationships/slideMaster" Target="/ppt/slideMasters/slideMaster1.xml" Id="R559c703191fe42ee" /><Relationship Type="http://schemas.openxmlformats.org/officeDocument/2006/relationships/notesMaster" Target="/ppt/notesMasters/notesMaster1.xml" Id="Ra2baed0250144bff" /><Relationship Type="http://schemas.openxmlformats.org/officeDocument/2006/relationships/presProps" Target="/ppt/presProps.xml" Id="R66348405857b454a" /><Relationship Type="http://schemas.openxmlformats.org/officeDocument/2006/relationships/tableStyles" Target="/ppt/tableStyles.xml" Id="Rb94497bf1eff4e2e" /><Relationship Type="http://schemas.openxmlformats.org/officeDocument/2006/relationships/slide" Target="/ppt/slides/slide1.xml" Id="R31669787b22c4a43" /><Relationship Type="http://schemas.openxmlformats.org/officeDocument/2006/relationships/slide" Target="/ppt/slides/slide2.xml" Id="R5db42f6517cb4181" /><Relationship Type="http://schemas.openxmlformats.org/officeDocument/2006/relationships/slide" Target="/ppt/slides/slide3.xml" Id="R8af419f22b87420f" /><Relationship Type="http://schemas.openxmlformats.org/officeDocument/2006/relationships/slide" Target="/ppt/slides/slide4.xml" Id="R1c8d61e3bf4e46c8" /><Relationship Type="http://schemas.openxmlformats.org/officeDocument/2006/relationships/slide" Target="/ppt/slides/slide5.xml" Id="R39d9d096d317468e" /><Relationship Type="http://schemas.openxmlformats.org/officeDocument/2006/relationships/slide" Target="/ppt/slides/slide6.xml" Id="R782ec228d42e497f" /><Relationship Type="http://schemas.openxmlformats.org/officeDocument/2006/relationships/slide" Target="/ppt/slides/slide7.xml" Id="R0b6e3f1ce953452b" /><Relationship Type="http://schemas.openxmlformats.org/officeDocument/2006/relationships/slide" Target="/ppt/slides/slide8.xml" Id="R42679874a8694dfb" /><Relationship Type="http://schemas.openxmlformats.org/officeDocument/2006/relationships/slide" Target="/ppt/slides/slide9.xml" Id="Rfdfb20ebbc814d83" /><Relationship Type="http://schemas.openxmlformats.org/officeDocument/2006/relationships/slide" Target="/ppt/slides/slide10.xml" Id="R80c2460571e34f88" /><Relationship Type="http://schemas.openxmlformats.org/officeDocument/2006/relationships/slide" Target="/ppt/slides/slide11.xml" Id="Rc9bfcd33b5f6466b" /><Relationship Type="http://schemas.openxmlformats.org/officeDocument/2006/relationships/slide" Target="/ppt/slides/slide12.xml" Id="R77f6d48a42a14af7" /><Relationship Type="http://schemas.openxmlformats.org/officeDocument/2006/relationships/slide" Target="/ppt/slides/slide13.xml" Id="R39db5b03afc549f5" /><Relationship Type="http://schemas.openxmlformats.org/officeDocument/2006/relationships/slide" Target="/ppt/slides/slide14.xml" Id="R0b4920263a5c4943" /><Relationship Type="http://schemas.openxmlformats.org/officeDocument/2006/relationships/slide" Target="/ppt/slides/slide15.xml" Id="Rfaf62a8ca2644965" /><Relationship Type="http://schemas.openxmlformats.org/officeDocument/2006/relationships/slide" Target="/ppt/slides/slide16.xml" Id="R32a60fd7c8dd4268" /><Relationship Type="http://schemas.openxmlformats.org/officeDocument/2006/relationships/slide" Target="/ppt/slides/slide17.xml" Id="Rc4e3dc1ecdfa40dd" /><Relationship Type="http://schemas.openxmlformats.org/officeDocument/2006/relationships/slide" Target="/ppt/slides/slide18.xml" Id="R30679fdedf7e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ac9623ec742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ec29d092e04d50" /><Relationship Type="http://schemas.openxmlformats.org/officeDocument/2006/relationships/notesMaster" Target="/ppt/notesMasters/notesMaster1.xml" Id="R7c7c10d77d15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2f32a262dc430b" /><Relationship Type="http://schemas.openxmlformats.org/officeDocument/2006/relationships/notesMaster" Target="/ppt/notesMasters/notesMaster1.xml" Id="R049ae19330c74d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9bac3c8dc444e5" /><Relationship Type="http://schemas.openxmlformats.org/officeDocument/2006/relationships/notesMaster" Target="/ppt/notesMasters/notesMaster1.xml" Id="R9c03fa3357d24c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f53bf2cdf1445a" /><Relationship Type="http://schemas.openxmlformats.org/officeDocument/2006/relationships/notesMaster" Target="/ppt/notesMasters/notesMaster1.xml" Id="R8c74806acfcc48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f0e602fdbe4ece" /><Relationship Type="http://schemas.openxmlformats.org/officeDocument/2006/relationships/notesMaster" Target="/ppt/notesMasters/notesMaster1.xml" Id="Re99f1e474db546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c2b465d3334ee0" /><Relationship Type="http://schemas.openxmlformats.org/officeDocument/2006/relationships/notesMaster" Target="/ppt/notesMasters/notesMaster1.xml" Id="R0d4fb38b1d4b4a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04e6b54184da2" /><Relationship Type="http://schemas.openxmlformats.org/officeDocument/2006/relationships/notesMaster" Target="/ppt/notesMasters/notesMaster1.xml" Id="R18eafddd33a34b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7efd6cffdc4860" /><Relationship Type="http://schemas.openxmlformats.org/officeDocument/2006/relationships/notesMaster" Target="/ppt/notesMasters/notesMaster1.xml" Id="Rce2b22a829654f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91944d0d24784" /><Relationship Type="http://schemas.openxmlformats.org/officeDocument/2006/relationships/notesMaster" Target="/ppt/notesMasters/notesMaster1.xml" Id="R7fd226364e674e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ecd4994c0d4f5d" /><Relationship Type="http://schemas.openxmlformats.org/officeDocument/2006/relationships/notesMaster" Target="/ppt/notesMasters/notesMaster1.xml" Id="R6c6b0fe7a40445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b282f0863e4e43" /><Relationship Type="http://schemas.openxmlformats.org/officeDocument/2006/relationships/notesMaster" Target="/ppt/notesMasters/notesMaster1.xml" Id="R0d17709ae1974e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1d81ab821440e2" /><Relationship Type="http://schemas.openxmlformats.org/officeDocument/2006/relationships/notesMaster" Target="/ppt/notesMasters/notesMaster1.xml" Id="R3085d82ae48146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d70618c5514454" /><Relationship Type="http://schemas.openxmlformats.org/officeDocument/2006/relationships/notesMaster" Target="/ppt/notesMasters/notesMaster1.xml" Id="R0196dd1c4f0a44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1fca37b05b4e10" /><Relationship Type="http://schemas.openxmlformats.org/officeDocument/2006/relationships/notesMaster" Target="/ppt/notesMasters/notesMaster1.xml" Id="R7650856efceb45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ea051382be4c8b" /><Relationship Type="http://schemas.openxmlformats.org/officeDocument/2006/relationships/notesMaster" Target="/ppt/notesMasters/notesMaster1.xml" Id="R37a2a3d9e2a445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3f8950618a4a9c" /><Relationship Type="http://schemas.openxmlformats.org/officeDocument/2006/relationships/notesMaster" Target="/ppt/notesMasters/notesMaster1.xml" Id="Rd70934bebf0742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2f55c99cca41f4" /><Relationship Type="http://schemas.openxmlformats.org/officeDocument/2006/relationships/notesMaster" Target="/ppt/notesMasters/notesMaster1.xml" Id="R0b392e30120649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258cc684b64a08" /><Relationship Type="http://schemas.openxmlformats.org/officeDocument/2006/relationships/notesMaster" Target="/ppt/notesMasters/notesMaster1.xml" Id="Rf7fa4a3b435943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水坝原理是商业化比喻，而非经外部研究证实的行业结论：大模型能力像水源，使用门槛像拦水的坝。最后一里路是让公司实际搭建、成员实际使用并持续可靠完成工作。三个门槛为搭建、使用和稳定。这里的水源并无具体 model 性能比较，避免未经核实的模型名称与前沿基准。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快速搭建是目标，依靠公司资料 onboarding、常用业务数据结构和流程知识，并仍需要用户确认。零使用门槛是创始人的设计目标，具体实现为聊天入口和内勤助理使用方式，并非已验证的零培训或无限制可用性。稳定门槛由 scope、SOP、工具权限、数据库约束和测试来降低，不代表 harness 已达到零错误。细胞/器官比喻解释可组合性，整体还需要 orchestration、交接与集成验证。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core/tools.mjs:16-24; host.mjs:26-70;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示例：用户要求给客户开票。e 从已知客户与商品记录出发，检查缺项和公司规则，建立 draft，issue 时分配号码并保存快照，随后生成 PDF，记录付款和余额。数据库使用预置 schema。新文件类型的频率判断与自动 schema 设计是愿景，不能宣称当前已实现。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Stupid = Smart 保留创始人的表达。解释为：限制每个 agent 的任务范围，明确 SOP 和工具权限，减少难以测试的组合。可预测的结果是设计目标，当前没有可引用的成功率、延迟或一致性基准。可描述代码中的确定性拒绝，例如未补齐字段不能 issue、越权工具不能调用，但不能承诺模型从不失败。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依据：core/tools.mjs:729-737; core/actions.mjs:31-44; core/documents.mjs:467-475; 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3045e564c4f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a007e9eaab49ea" /><Relationship Type="http://schemas.openxmlformats.org/officeDocument/2006/relationships/slideLayout" Target="/ppt/slideLayouts/slideLayout1.xml" Id="R65b457780c724e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457780c724e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005ff050440c" /><Relationship Type="http://schemas.openxmlformats.org/officeDocument/2006/relationships/image" Target="/ppt/media/image.png" Id="R04644f129b324b12" /><Relationship Type="http://schemas.openxmlformats.org/officeDocument/2006/relationships/notesSlide" Target="/ppt/notesSlides/notesSlide1.xml" Id="R06270a72780244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a535f717941a9" /><Relationship Type="http://schemas.openxmlformats.org/officeDocument/2006/relationships/notesSlide" Target="/ppt/notesSlides/notesSlide2.xml" Id="Rb5020614d0a44c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b95c20cb141aa" /><Relationship Type="http://schemas.openxmlformats.org/officeDocument/2006/relationships/notesSlide" Target="/ppt/notesSlides/notesSlide3.xml" Id="R9b0e7290bcfc47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cacb6f6984ffc" /><Relationship Type="http://schemas.openxmlformats.org/officeDocument/2006/relationships/notesSlide" Target="/ppt/notesSlides/notesSlide4.xml" Id="R815602e4bd45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0359fbc114bf1" /><Relationship Type="http://schemas.openxmlformats.org/officeDocument/2006/relationships/notesSlide" Target="/ppt/notesSlides/notesSlide5.xml" Id="R8d2439580e6447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c43ba503c44b8" /><Relationship Type="http://schemas.openxmlformats.org/officeDocument/2006/relationships/image" Target="/ppt/media/image2.png" Id="R20068518f17a4881" /><Relationship Type="http://schemas.openxmlformats.org/officeDocument/2006/relationships/notesSlide" Target="/ppt/notesSlides/notesSlide6.xml" Id="R9c077bb231654b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3fea4c5004781" /><Relationship Type="http://schemas.openxmlformats.org/officeDocument/2006/relationships/notesSlide" Target="/ppt/notesSlides/notesSlide7.xml" Id="Rdefcc20c778840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c720954ce4bd7" /><Relationship Type="http://schemas.openxmlformats.org/officeDocument/2006/relationships/image" Target="/ppt/media/image3.png" Id="R57e9cd2f50564aa6" /><Relationship Type="http://schemas.openxmlformats.org/officeDocument/2006/relationships/notesSlide" Target="/ppt/notesSlides/notesSlide8.xml" Id="Rfb370b40daae48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01906cc9f4f14" /><Relationship Type="http://schemas.openxmlformats.org/officeDocument/2006/relationships/notesSlide" Target="/ppt/notesSlides/notesSlide9.xml" Id="R7ab14c2048684e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9f6f79858465d" /><Relationship Type="http://schemas.openxmlformats.org/officeDocument/2006/relationships/image" Target="/ppt/media/image4.png" Id="R19777438c2c449b4" /><Relationship Type="http://schemas.openxmlformats.org/officeDocument/2006/relationships/notesSlide" Target="/ppt/notesSlides/notesSlide10.xml" Id="Rc73b7165b17c48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4ebd98bcd4222" /><Relationship Type="http://schemas.openxmlformats.org/officeDocument/2006/relationships/notesSlide" Target="/ppt/notesSlides/notesSlide11.xml" Id="R8484102b26fa42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59400713443aa" /><Relationship Type="http://schemas.openxmlformats.org/officeDocument/2006/relationships/notesSlide" Target="/ppt/notesSlides/notesSlide12.xml" Id="R33f02e1959bc44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f963d52ab46a6" /><Relationship Type="http://schemas.openxmlformats.org/officeDocument/2006/relationships/notesSlide" Target="/ppt/notesSlides/notesSlide13.xml" Id="R7086649bcbe249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7a36f7b42407d" /><Relationship Type="http://schemas.openxmlformats.org/officeDocument/2006/relationships/notesSlide" Target="/ppt/notesSlides/notesSlide14.xml" Id="R7442666f3b374d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f2f3844f64e18" /><Relationship Type="http://schemas.openxmlformats.org/officeDocument/2006/relationships/notesSlide" Target="/ppt/notesSlides/notesSlide15.xml" Id="R9b101594205b43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3863c8b3447eb" /><Relationship Type="http://schemas.openxmlformats.org/officeDocument/2006/relationships/notesSlide" Target="/ppt/notesSlides/notesSlide16.xml" Id="R061c765b06854c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e975d353b486a" /><Relationship Type="http://schemas.openxmlformats.org/officeDocument/2006/relationships/notesSlide" Target="/ppt/notesSlides/notesSlide17.xml" Id="Rdf6c8773cb5944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26b445e184d0e" /><Relationship Type="http://schemas.openxmlformats.org/officeDocument/2006/relationships/notesSlide" Target="/ppt/notesSlides/notesSlide18.xml" Id="R4071c205c7f047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BCEE3-8A99-4303-B96F-C40AF86D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6C2E8-3EC0-4E57-9B0D-EB7B9A15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C29FB-517B-41D3-9BB4-6DAEA89A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EC13A-F7C1-4087-8772-7A1169F3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F1369-6AC5-475C-B008-AA6D5BDE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44f129b324b12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87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58CC6-B197-4B08-BB74-F5A306A6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A15B6-9255-4884-884F-C5116F71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21099-D7AC-4EB1-A8C8-03B0805B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A5E06-D523-4722-B60A-D38389D1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1584736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3A20E-3735-4D71-8EF0-D01802A1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变现的水坝原理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1D59F-0820-4A9F-86F1-5924357C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4D64A-CE1E-49D4-904D-6DD7F215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能力像水源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使用门槛像一道坝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FE2AE-DEF4-4814-8CC8-F311C1C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搭建门槛       使用门槛       稳定门槛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81086-CFE1-477A-8E9D-9A923F9D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变现的最后一里路：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公司搭得起，成员用得上，工作交付值得信任</a:t>
            </a:r>
          </a:p>
        </p:txBody>
      </p:sp>
    </p:spTree>
    <p:extLst>
      <p:ext uri="{BB962C8B-B14F-4D97-AF65-F5344CB8AC3E}">
        <p14:creationId xmlns:p14="http://schemas.microsoft.com/office/powerpoint/2010/main" val="39505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69A3D-3AFD-4B98-8570-61B75C64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e 围绕三道门槛设计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51D59-5820-4642-9F87-23AD21B9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BBB00-3CB4-478E-89E4-121EFCEE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86BEB-86B2-4AC9-9297-B6A2B87E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分享公司资料，配置已有流程与业务结构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78C7C-E077-4E92-943F-6B8EA4E1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125FB-24FA-48A5-8C44-E9F60CAE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聊天就是入口，像交代内部 admin clerk 一样交代工作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509FD-6FC5-4198-9F56-690F5F1F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43528-FA4E-45DA-AF51-69AC036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细胞级专职 AI 各守职责，以 SOP、权限与测试约束流程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60680-656F-42A2-B8DD-FE24FFB8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设计目标：更快搭建、更少学习负担、更一致的交付</a:t>
            </a:r>
          </a:p>
        </p:txBody>
      </p:sp>
    </p:spTree>
    <p:extLst>
      <p:ext uri="{BB962C8B-B14F-4D97-AF65-F5344CB8AC3E}">
        <p14:creationId xmlns:p14="http://schemas.microsoft.com/office/powerpoint/2010/main" val="99189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F12F0-6120-4D2F-B99B-F6CED89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1E669-5A97-47EF-86F8-6BF21914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A72BD-7223-4CC5-B251-515E0A4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2DF89-40AA-4346-877C-92903FE8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40A23-E694-4A30-8ED4-22BCEAA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07837-5605-44DE-89D0-E629C663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256934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C089D-9EF0-44B2-BEB7-3DC62328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B4600-AB81-48B3-8899-DF7208AF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E5489-E6F4-4CAC-9766-9A965880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6DA65-0552-4816-A331-0B54692A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05E3F-4574-4FC1-8DC5-3B0D21C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68518f17a4881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23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27D12-A3D3-4A8D-AB0E-3EE97412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6073C-A453-426D-AEF8-A8A7FA4B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A8230-0038-4680-921C-8EEA0333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E8235-D620-4082-945F-52BEA867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422DC-FDF0-4373-B65A-5656D672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8227471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FA7D5-E215-4309-99BE-82231BD7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一张 Invoice，连接整个开票流程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1A2C2-2BFC-477B-8DC2-EF38C87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FD1B1-2362-475C-9783-D3AA393A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“帮这位客户开一张 invoice”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FC266-EBF5-484F-9814-B04EBE9C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38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1  查客户与商品记录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2  检查缺项与公司规则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3  草稿、编号、发行与 PDF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4  记录付款，更新应收余额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3261F-F0B2-4BE0-8060-A8344567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文件、模板与业务记录保持关联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9cd2f50564aa6"/>
          <a:stretch xmlns:a="http://schemas.openxmlformats.org/drawingml/2006/main"/>
        </p:blipFill>
        <p:spPr>
          <a:xfrm xmlns:a="http://schemas.openxmlformats.org/drawingml/2006/main">
            <a:off x="8115300" y="1680078"/>
            <a:ext cx="3143250" cy="44503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33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2F18D-1698-4493-81AD-4BDFF202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74BC0-006B-49E6-AEE1-B7E2C7A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4A3BD-C6D2-4018-9552-ACAB72ED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A72CA-84C6-4979-9073-6CEBD968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表单设计与发布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1B4A7-E3CE-46F8-9C19-5A443823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明确字段、校验与同意条款</a:t>
            </a:r>
          </a:p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用公开链接收集提交内容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5ACC6-CD02-47C0-A923-907AA05D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记录与后续处理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9199A-7A51-4FC7-8950-8E51FC5F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保存提交，审阅、统计与导出</a:t>
            </a:r>
          </a:p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按字段绑定关联客户或文件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D515C-BDA8-4EA6-86FF-7D3E8920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数据采集进入持续工作的业务记录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19327311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0D763-0D52-4352-84A7-CFF6F95E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C29F1-A90E-469E-84AB-FE84B864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82006-A2F0-4DC4-BE98-83833939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ED7E2-C27B-403A-B8C5-694F9217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77438c2c449b4"/>
          <a:stretch xmlns:a="http://schemas.openxmlformats.org/drawingml/2006/main"/>
        </p:blipFill>
        <p:spPr>
          <a:xfrm xmlns:a="http://schemas.openxmlformats.org/drawingml/2006/main">
            <a:off x="6858624" y="1771650"/>
            <a:ext cx="466600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97348-A390-4ED6-93EA-9AE1622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949044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3EE4F-B481-4791-90A6-2A0759A8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E40D4-F245-4136-83B7-A31A3F71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D7330-3572-4A6A-BE9D-678B5162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Orchestrator 理解需求并安排工作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99906-A83D-46B6-A5C6-770678C2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日常业务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05845-9B44-4918-A6AC-06B65BA9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Records Clerk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Document Agent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 Designer / Form Clerk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E1792-2FB2-42BD-9853-7815EEA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公司设置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6914D-4A78-4302-B093-572B3D8C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57625"/>
            <a:ext cx="4667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Company Onboarding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Designer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 Manager</a:t>
            </a:r>
          </a:p>
        </p:txBody>
      </p:sp>
    </p:spTree>
    <p:extLst>
      <p:ext uri="{BB962C8B-B14F-4D97-AF65-F5344CB8AC3E}">
        <p14:creationId xmlns:p14="http://schemas.microsoft.com/office/powerpoint/2010/main" val="408314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B304D-038A-4425-8B20-BC65C0D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B6137-EEC3-4C88-9B1F-155EB118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2E514-632F-4954-9995-0E3957A8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每个 AI 少做几件事，</a:t>
            </a:r>
          </a:p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整个系统更容易约束与验证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D8F42-CD55-4010-95DE-4EED32A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范围明确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23763-7FD7-44FB-A9FB-270277A0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少量允许的任务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固定 SOP 与工具权限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测试围绕具体工作流程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1EB81-00B3-4714-8A78-392FD608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8E5D6-8A20-49B9-8132-D716025F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缺资料，先询问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越权限，拒绝执行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结果与错误都有检查入口</a:t>
            </a:r>
          </a:p>
        </p:txBody>
      </p:sp>
    </p:spTree>
    <p:extLst>
      <p:ext uri="{BB962C8B-B14F-4D97-AF65-F5344CB8AC3E}">
        <p14:creationId xmlns:p14="http://schemas.microsoft.com/office/powerpoint/2010/main" val="3839005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FA47C-1455-4E45-BF6D-AFF85275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18F4C-1A01-4754-8E42-F93FF550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07502-EA9E-4445-AFEE-293D9064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0833D-7536-4506-A065-A56E7898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C4E62-4099-4C57-82CA-DC326338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0AEC2-EF4A-4D7E-9DB5-611574A4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08AB9-7B33-4ABF-B8D9-9DE99DD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8379710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3E0F2-9702-4EDA-B286-6187366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ABA4F-E74E-4DAA-9BE4-BB2763E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822E4-44A9-4F60-AB83-DED5FE23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E9963-0C80-4FC1-860F-37CA32F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D7F89-0279-4EDB-8634-72339537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540C0-4F40-4B75-9D14-81D55F5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3A7DC-C83D-4A9E-A403-65C7F01D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2100785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A5DE-F639-4600-9BCB-B0606FC6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1319E-C9F5-46C0-878B-DFB7F311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F18B6-D425-4721-9BDB-33F4EB1D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8E586-2A50-45D0-9BAD-78643F87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4AED0-0FEA-4FFC-AB54-AA9C8DB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2AB8B-7133-4666-856D-2140CB7C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9781736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617E4-3854-4FAE-B178-728E9422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BB32F-A917-4788-B7BA-7F28AC03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AE1E3-D605-437D-9AC0-D40AFA63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6AD69-0C2C-46F3-986A-DD17FF4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51B56-9A11-423F-A9F3-CD39305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1AEF0-8CC7-442A-A1B4-52FB3D2F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F826F-5F07-4B8B-B165-B2AADF99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47EFB-AF90-42FD-A923-D12D7C5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三道门槛是否降低，是否带来持续使用与付费意愿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17919776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F4CF4-7885-4549-BC6A-EA5E58A0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F05AC-F545-4918-BD8A-E2BD5B68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5D22B-98A5-46CF-8813-D35BCF2B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05C49-EBC5-4880-A242-F4F116F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20669184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A3349-8207-44B7-A479-A17FCD7B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2BB04-45EC-47F7-81C0-E61AC5FC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C4AB2-1AF7-47FD-B500-E940AA12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0C2A5-2CCE-4F2B-AE10-B16B8B0C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72A7B-9090-4026-94CD-CA948E81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33C8E-E1A0-4A5D-9F6F-7165ABE9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5FAB8-0AE0-4C4D-86F3-2E43AA0B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A558C-8F08-437C-B997-E0BD805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9F739-4A8D-4C9A-8D62-3BF1C658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413519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2026-10-01T07:55:25.3130000Z</dcterms:created>
  <dcterms:modified xsi:type="dcterms:W3CDTF">2026-10-01T07:55:25.3130000Z</dcterms:modified>
</coreProperties>
</file>