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02745c33544359" /><Relationship Type="http://schemas.openxmlformats.org/officeDocument/2006/relationships/extended-properties" Target="/docProps/app.xml" Id="R93e836cfa3c74dd4" /><Relationship Type="http://schemas.openxmlformats.org/officeDocument/2006/relationships/officeDocument" Target="/ppt/presentation.xml" Id="R0cee573c460647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3a6cb734b404e"/>
  </p:sldMasterIdLst>
  <p:notesMasterIdLst>
    <p:notesMasterId xmlns:r="http://schemas.openxmlformats.org/officeDocument/2006/relationships" r:id="Rfd8554e090524464"/>
  </p:notesMasterIdLst>
  <p:sldIdLst>
    <p:sldId xmlns:r="http://schemas.openxmlformats.org/officeDocument/2006/relationships" id="256" r:id="R8fc3f07c95ad453a"/>
    <p:sldId xmlns:r="http://schemas.openxmlformats.org/officeDocument/2006/relationships" id="257" r:id="R5b4e7557d40f4a25"/>
    <p:sldId xmlns:r="http://schemas.openxmlformats.org/officeDocument/2006/relationships" id="258" r:id="R00e7a3ebcadd4225"/>
    <p:sldId xmlns:r="http://schemas.openxmlformats.org/officeDocument/2006/relationships" id="259" r:id="Ra924e40cb7b148ad"/>
    <p:sldId xmlns:r="http://schemas.openxmlformats.org/officeDocument/2006/relationships" id="260" r:id="R71fd3b4307c74e33"/>
    <p:sldId xmlns:r="http://schemas.openxmlformats.org/officeDocument/2006/relationships" id="261" r:id="R3f6e972ed5b54dbc"/>
    <p:sldId xmlns:r="http://schemas.openxmlformats.org/officeDocument/2006/relationships" id="262" r:id="Rbd9f1db4186c442e"/>
    <p:sldId xmlns:r="http://schemas.openxmlformats.org/officeDocument/2006/relationships" id="263" r:id="R3acd402922d44a1e"/>
    <p:sldId xmlns:r="http://schemas.openxmlformats.org/officeDocument/2006/relationships" id="264" r:id="Rcdcc8daf005e45b7"/>
    <p:sldId xmlns:r="http://schemas.openxmlformats.org/officeDocument/2006/relationships" id="265" r:id="R3aa9f5788b974649"/>
    <p:sldId xmlns:r="http://schemas.openxmlformats.org/officeDocument/2006/relationships" id="266" r:id="Rf4f9bccf1ea7461e"/>
    <p:sldId xmlns:r="http://schemas.openxmlformats.org/officeDocument/2006/relationships" id="267" r:id="Rd4eee87754b44abd"/>
    <p:sldId xmlns:r="http://schemas.openxmlformats.org/officeDocument/2006/relationships" id="268" r:id="Ra2f36d65e4704a1f"/>
    <p:sldId xmlns:r="http://schemas.openxmlformats.org/officeDocument/2006/relationships" id="269" r:id="Rbd659d8af0104d81"/>
    <p:sldId xmlns:r="http://schemas.openxmlformats.org/officeDocument/2006/relationships" id="270" r:id="R31fd3d35fb51465a"/>
    <p:sldId xmlns:r="http://schemas.openxmlformats.org/officeDocument/2006/relationships" id="271" r:id="R936f44ba2b0e43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9eecae7a7d4920" /><Relationship Type="http://schemas.openxmlformats.org/officeDocument/2006/relationships/slideMaster" Target="/ppt/slideMasters/slideMaster1.xml" Id="R8ca3a6cb734b404e" /><Relationship Type="http://schemas.openxmlformats.org/officeDocument/2006/relationships/notesMaster" Target="/ppt/notesMasters/notesMaster1.xml" Id="Rfd8554e090524464" /><Relationship Type="http://schemas.openxmlformats.org/officeDocument/2006/relationships/presProps" Target="/ppt/presProps.xml" Id="R6bcb2a778e41434a" /><Relationship Type="http://schemas.openxmlformats.org/officeDocument/2006/relationships/tableStyles" Target="/ppt/tableStyles.xml" Id="R59a36c86ba1f48b0" /><Relationship Type="http://schemas.openxmlformats.org/officeDocument/2006/relationships/slide" Target="/ppt/slides/slide1.xml" Id="R8fc3f07c95ad453a" /><Relationship Type="http://schemas.openxmlformats.org/officeDocument/2006/relationships/slide" Target="/ppt/slides/slide2.xml" Id="R5b4e7557d40f4a25" /><Relationship Type="http://schemas.openxmlformats.org/officeDocument/2006/relationships/slide" Target="/ppt/slides/slide3.xml" Id="R00e7a3ebcadd4225" /><Relationship Type="http://schemas.openxmlformats.org/officeDocument/2006/relationships/slide" Target="/ppt/slides/slide4.xml" Id="Ra924e40cb7b148ad" /><Relationship Type="http://schemas.openxmlformats.org/officeDocument/2006/relationships/slide" Target="/ppt/slides/slide5.xml" Id="R71fd3b4307c74e33" /><Relationship Type="http://schemas.openxmlformats.org/officeDocument/2006/relationships/slide" Target="/ppt/slides/slide6.xml" Id="R3f6e972ed5b54dbc" /><Relationship Type="http://schemas.openxmlformats.org/officeDocument/2006/relationships/slide" Target="/ppt/slides/slide7.xml" Id="Rbd9f1db4186c442e" /><Relationship Type="http://schemas.openxmlformats.org/officeDocument/2006/relationships/slide" Target="/ppt/slides/slide8.xml" Id="R3acd402922d44a1e" /><Relationship Type="http://schemas.openxmlformats.org/officeDocument/2006/relationships/slide" Target="/ppt/slides/slide9.xml" Id="Rcdcc8daf005e45b7" /><Relationship Type="http://schemas.openxmlformats.org/officeDocument/2006/relationships/slide" Target="/ppt/slides/slide10.xml" Id="R3aa9f5788b974649" /><Relationship Type="http://schemas.openxmlformats.org/officeDocument/2006/relationships/slide" Target="/ppt/slides/slide11.xml" Id="Rf4f9bccf1ea7461e" /><Relationship Type="http://schemas.openxmlformats.org/officeDocument/2006/relationships/slide" Target="/ppt/slides/slide12.xml" Id="Rd4eee87754b44abd" /><Relationship Type="http://schemas.openxmlformats.org/officeDocument/2006/relationships/slide" Target="/ppt/slides/slide13.xml" Id="Ra2f36d65e4704a1f" /><Relationship Type="http://schemas.openxmlformats.org/officeDocument/2006/relationships/slide" Target="/ppt/slides/slide14.xml" Id="Rbd659d8af0104d81" /><Relationship Type="http://schemas.openxmlformats.org/officeDocument/2006/relationships/slide" Target="/ppt/slides/slide15.xml" Id="R31fd3d35fb51465a" /><Relationship Type="http://schemas.openxmlformats.org/officeDocument/2006/relationships/slide" Target="/ppt/slides/slide16.xml" Id="R936f44ba2b0e43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5aeedc45bd47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04664a669241e0" /><Relationship Type="http://schemas.openxmlformats.org/officeDocument/2006/relationships/notesMaster" Target="/ppt/notesMasters/notesMaster1.xml" Id="Re5d3398700ce4c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eb9f85e8c4bdb" /><Relationship Type="http://schemas.openxmlformats.org/officeDocument/2006/relationships/notesMaster" Target="/ppt/notesMasters/notesMaster1.xml" Id="Rb3eb1a0a796141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a5a6b6a82f4427" /><Relationship Type="http://schemas.openxmlformats.org/officeDocument/2006/relationships/notesMaster" Target="/ppt/notesMasters/notesMaster1.xml" Id="R6716240a4f984a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8fc1c5189e4baf" /><Relationship Type="http://schemas.openxmlformats.org/officeDocument/2006/relationships/notesMaster" Target="/ppt/notesMasters/notesMaster1.xml" Id="R33c71a22e58744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b7725f915b4fbf" /><Relationship Type="http://schemas.openxmlformats.org/officeDocument/2006/relationships/notesMaster" Target="/ppt/notesMasters/notesMaster1.xml" Id="Rd74c32ef4c47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183cd4e6164797" /><Relationship Type="http://schemas.openxmlformats.org/officeDocument/2006/relationships/notesMaster" Target="/ppt/notesMasters/notesMaster1.xml" Id="R88cb6740d32c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9eda09b9ee4cf8" /><Relationship Type="http://schemas.openxmlformats.org/officeDocument/2006/relationships/notesMaster" Target="/ppt/notesMasters/notesMaster1.xml" Id="Rcfcfe3c386fe41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8e07755a544253" /><Relationship Type="http://schemas.openxmlformats.org/officeDocument/2006/relationships/notesMaster" Target="/ppt/notesMasters/notesMaster1.xml" Id="Rfc2a036cf255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1f8191417a4c97" /><Relationship Type="http://schemas.openxmlformats.org/officeDocument/2006/relationships/notesMaster" Target="/ppt/notesMasters/notesMaster1.xml" Id="Rbed75d0bdbd147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21d987b4da48f1" /><Relationship Type="http://schemas.openxmlformats.org/officeDocument/2006/relationships/notesMaster" Target="/ppt/notesMasters/notesMaster1.xml" Id="R35500d02af984e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924d31b9d14d4a" /><Relationship Type="http://schemas.openxmlformats.org/officeDocument/2006/relationships/notesMaster" Target="/ppt/notesMasters/notesMaster1.xml" Id="R1df1000ccac04f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933d94d6d94fab" /><Relationship Type="http://schemas.openxmlformats.org/officeDocument/2006/relationships/notesMaster" Target="/ppt/notesMasters/notesMaster1.xml" Id="R7c6ebbc44b6648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de940e1add415d" /><Relationship Type="http://schemas.openxmlformats.org/officeDocument/2006/relationships/notesMaster" Target="/ppt/notesMasters/notesMaster1.xml" Id="R1f018909ea6d42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dc68f2ca14ddb" /><Relationship Type="http://schemas.openxmlformats.org/officeDocument/2006/relationships/notesMaster" Target="/ppt/notesMasters/notesMaster1.xml" Id="R8fb6c8c6244846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af987610414a79" /><Relationship Type="http://schemas.openxmlformats.org/officeDocument/2006/relationships/notesMaster" Target="/ppt/notesMasters/notesMaster1.xml" Id="R99d054e5690e44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48a98b85974b24" /><Relationship Type="http://schemas.openxmlformats.org/officeDocument/2006/relationships/notesMaster" Target="/ppt/notesMasters/notesMaster1.xml" Id="R474f6593090f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示例：用户要求给客户开票。e 从已知客户与商品记录出发，检查缺项和公司规则，建立 draft，issue 时分配号码并保存快照，随后生成 PDF，记录付款和余额。数据库使用预置 schema。新文件类型的频率判断与自动 schema 设计是愿景，不能宣称当前已实现。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Stupid = Smart 保留创始人的表达。解释为：限制每个 agent 的任务范围，明确 SOP 和工具权限，减少难以测试的组合。可预测的结果是设计目标，当前没有可引用的成功率、延迟或一致性基准。可描述代码中的确定性拒绝，例如未补齐字段不能 issue、越权工具不能调用，但不能承诺模型从不失败。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依据：core/tools.mjs:729-737; core/actions.mjs:31-44; core/documents.mjs:467-475; 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08967f4e0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0a883ef96349a2" /><Relationship Type="http://schemas.openxmlformats.org/officeDocument/2006/relationships/slideLayout" Target="/ppt/slideLayouts/slideLayout1.xml" Id="R12bcdd612049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bcdd612049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b360eca0448b7" /><Relationship Type="http://schemas.openxmlformats.org/officeDocument/2006/relationships/image" Target="/ppt/media/image.png" Id="R9616ba5863eb4011" /><Relationship Type="http://schemas.openxmlformats.org/officeDocument/2006/relationships/notesSlide" Target="/ppt/notesSlides/notesSlide1.xml" Id="Raa28cdab23304b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59b21cac14603" /><Relationship Type="http://schemas.openxmlformats.org/officeDocument/2006/relationships/notesSlide" Target="/ppt/notesSlides/notesSlide2.xml" Id="R3ed2fc7624bb42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7a6d4065d4f34" /><Relationship Type="http://schemas.openxmlformats.org/officeDocument/2006/relationships/notesSlide" Target="/ppt/notesSlides/notesSlide3.xml" Id="R9a59818558cd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4ed4a6bef4049" /><Relationship Type="http://schemas.openxmlformats.org/officeDocument/2006/relationships/image" Target="/ppt/media/image2.png" Id="R59a9a4ecbcb14a82" /><Relationship Type="http://schemas.openxmlformats.org/officeDocument/2006/relationships/notesSlide" Target="/ppt/notesSlides/notesSlide4.xml" Id="Ra0ddcda8946046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8591a968341b9" /><Relationship Type="http://schemas.openxmlformats.org/officeDocument/2006/relationships/notesSlide" Target="/ppt/notesSlides/notesSlide5.xml" Id="Rd1e256d7133c44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3829a261947f7" /><Relationship Type="http://schemas.openxmlformats.org/officeDocument/2006/relationships/image" Target="/ppt/media/image3.png" Id="Rbba29922c2004022" /><Relationship Type="http://schemas.openxmlformats.org/officeDocument/2006/relationships/notesSlide" Target="/ppt/notesSlides/notesSlide6.xml" Id="Rd1199ad9ed964d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4153173804b00" /><Relationship Type="http://schemas.openxmlformats.org/officeDocument/2006/relationships/notesSlide" Target="/ppt/notesSlides/notesSlide7.xml" Id="R2ff4473a77ef49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a832d481b403e" /><Relationship Type="http://schemas.openxmlformats.org/officeDocument/2006/relationships/image" Target="/ppt/media/image4.png" Id="R1f7673c6f6d947d1" /><Relationship Type="http://schemas.openxmlformats.org/officeDocument/2006/relationships/notesSlide" Target="/ppt/notesSlides/notesSlide8.xml" Id="R2df57ac3983444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5ce03236f4b64" /><Relationship Type="http://schemas.openxmlformats.org/officeDocument/2006/relationships/notesSlide" Target="/ppt/notesSlides/notesSlide9.xml" Id="Reec1243fd6b34d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bbf9808c6431a" /><Relationship Type="http://schemas.openxmlformats.org/officeDocument/2006/relationships/notesSlide" Target="/ppt/notesSlides/notesSlide10.xml" Id="R28e31ec9b6394a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9b26cee1e4580" /><Relationship Type="http://schemas.openxmlformats.org/officeDocument/2006/relationships/notesSlide" Target="/ppt/notesSlides/notesSlide11.xml" Id="Rbee1c44d71c04d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dc6fbeade44a1" /><Relationship Type="http://schemas.openxmlformats.org/officeDocument/2006/relationships/notesSlide" Target="/ppt/notesSlides/notesSlide12.xml" Id="Rd3f0bf947f7548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54969fb894c43" /><Relationship Type="http://schemas.openxmlformats.org/officeDocument/2006/relationships/notesSlide" Target="/ppt/notesSlides/notesSlide13.xml" Id="Rb83d5f4527d249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4018f97be4630" /><Relationship Type="http://schemas.openxmlformats.org/officeDocument/2006/relationships/notesSlide" Target="/ppt/notesSlides/notesSlide14.xml" Id="R289df10e026245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c592ef7a7420c" /><Relationship Type="http://schemas.openxmlformats.org/officeDocument/2006/relationships/notesSlide" Target="/ppt/notesSlides/notesSlide15.xml" Id="R9e18e846eff44f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01eea946b48fd" /><Relationship Type="http://schemas.openxmlformats.org/officeDocument/2006/relationships/notesSlide" Target="/ppt/notesSlides/notesSlide16.xml" Id="Rcc78eff4173248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CBBF6-41D1-45B3-AF18-151465F0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A1565-5CE7-41FD-ACBE-50406767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565F3-D25F-4BD3-9763-A84A3FF4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D41C9-C700-414D-B9EB-3139DDA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6D55C-8827-40D1-BEA6-8002B3D9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6ba5863eb4011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41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A9286-AD42-4682-AE59-FD075F4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7550-07C2-4F57-B0DA-90E02807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7349E-C05F-4CA5-9284-80CF3BA9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C39D0-91F7-4C15-BA65-E78544E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1688169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0F5A9-145F-4378-AD2A-9BD7D5F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E9212-6520-4A4C-9036-FEE04874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7B387-8347-45D0-831D-D3C50E8D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CE7C1-4E22-4052-88AC-0F41B5C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80601-F174-4AA8-8212-72EC50FD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1BB7B-ABBE-4CF0-A4FA-77EB71AC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18562087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E6E2F-C942-4F97-9CF2-61F69335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B6284-8728-4C1E-8639-62D7C3B0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E9575-5C33-4FE5-9A7C-E7C6A477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62867-C087-4FAA-9C89-E62B174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B6AF3-DA9E-4744-8B1B-F625DC3F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9a4ecbcb14a82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65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7A5FC-9483-4F8D-BF05-F0DE4984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9A3FA-DDB4-47B7-B565-9B770074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8D7C9-B0EE-410E-B666-DBD0AA6B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BEF66-F2DE-4E9C-9272-CAA2EF53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63452-6D67-4B9E-ACA8-6C760776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18237744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048D3-8394-49D4-B721-2AA91A6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一张 Invoice，连接整个开票流程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4784E-40F4-4535-ACC3-1BC45543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D359B-CB68-44DA-9DBC-0C702BCE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“帮这位客户开一张 invoice”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12E5F-493E-4C7C-BD4E-C2F648A0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38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1  查客户与商品记录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2  检查缺项与公司规则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3  草稿、编号、发行与 PDF</a:t>
            </a:r>
          </a:p>
          <a:p xmlns:a="http://schemas.openxmlformats.org/drawingml/2006/main">
            <a:pPr>
              <a:def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4  记录付款，更新应收余额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886E4-45F8-419A-AA17-E645302C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文件、模板与业务记录保持关联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29922c2004022"/>
          <a:stretch xmlns:a="http://schemas.openxmlformats.org/drawingml/2006/main"/>
        </p:blipFill>
        <p:spPr>
          <a:xfrm xmlns:a="http://schemas.openxmlformats.org/drawingml/2006/main">
            <a:off x="8115300" y="1680078"/>
            <a:ext cx="3143250" cy="44503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92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D6E62-DB40-40FA-A076-E2AAF9C5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F00FB-61FC-480F-B21F-E7CDEFB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CA721-A779-47BB-B314-919552EE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9D4FD-E8B7-45AF-B794-4CD601E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表单设计与发布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68076-D8F3-4677-915E-204FB797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明确字段、校验与同意条款</a:t>
            </a:r>
          </a:p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用公开链接收集提交内容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5F808-7B31-4B20-93DF-B3691882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记录与后续处理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B75EE-BAEB-453B-A00B-9BF0449E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保存提交，审阅、统计与导出</a:t>
            </a:r>
          </a:p>
          <a:p xmlns:a="http://schemas.openxmlformats.org/drawingml/2006/main">
            <a:pPr>
              <a:def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按字段绑定关联客户或文件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14F74-BBB4-4400-89F6-D0DCD2E1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数据采集进入持续工作的业务记录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2127116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101BD-3038-4C23-8E06-200644AD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93C39-47D7-4FE4-86FF-925E2E56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B0631-9996-4652-AC23-623BB7FE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C65B1-FFCB-480E-8DAC-DDEC54C6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673c6f6d947d1"/>
          <a:stretch xmlns:a="http://schemas.openxmlformats.org/drawingml/2006/main"/>
        </p:blipFill>
        <p:spPr>
          <a:xfrm xmlns:a="http://schemas.openxmlformats.org/drawingml/2006/main">
            <a:off x="8305303" y="1771650"/>
            <a:ext cx="1772643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02A3E-A5C6-46F7-98E6-463B13C6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14545944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4EB9D-D9CA-40E0-B33D-C5BA156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55E94-C2DC-450E-A68A-A1A9A928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6064A-6ED0-47AF-85FC-4FB2A72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Orchestrator 理解需求并安排工作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A97EE-F8AF-4424-9D5A-10BC067C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日常业务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A614D-50D0-4FB0-B06D-8C4F604F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Records Clerk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Document Agent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 Designer / Form Clerk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0A05C-4302-4DF4-AEAF-02DB793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公司设置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377B7-0971-431B-ABED-77A63CCA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4667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Company Onboarding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Designer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 Manager</a:t>
            </a:r>
          </a:p>
        </p:txBody>
      </p:sp>
    </p:spTree>
    <p:extLst>
      <p:ext uri="{BB962C8B-B14F-4D97-AF65-F5344CB8AC3E}">
        <p14:creationId xmlns:p14="http://schemas.microsoft.com/office/powerpoint/2010/main" val="744218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37CB1-BE08-41D7-8ACE-ECE76E94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256DE-A234-421D-A376-FC7BE3FA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AE998-6E4E-4343-BE7A-489E7369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每个 AI 少做几件事，</a:t>
            </a:r>
          </a:p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整个系统更容易约束与验证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7DABB-9340-43EE-BA70-68D4941D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范围明确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1E0CB-B6D3-4813-B314-C470918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少量允许的任务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固定 SOP 与工具权限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测试围绕具体工作流程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B2853-2189-4EE8-9A00-7345A71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FF4A-0F85-4AB7-8358-3C41309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缺资料，先询问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越权限，拒绝执行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结果与错误都有检查入口</a:t>
            </a:r>
          </a:p>
        </p:txBody>
      </p:sp>
    </p:spTree>
    <p:extLst>
      <p:ext uri="{BB962C8B-B14F-4D97-AF65-F5344CB8AC3E}">
        <p14:creationId xmlns:p14="http://schemas.microsoft.com/office/powerpoint/2010/main" val="923698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4F91F-4FF4-45D2-A87E-EC49B06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E1090-4A2A-477C-BFA8-78AA965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CCF42-845F-4A95-B2EE-268A374E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DADCD-867D-436A-AA36-B384A7F4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F7E5D-8B02-41D4-912F-81D85D99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14175-7901-43C9-9B7E-822F670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3F1CB-7499-4F44-9E60-B487841B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6433542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9A67C-3D20-4FE7-ADF1-FAB8BA9A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127FA-E86B-4F8A-92BC-C12927A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2D06B-2656-4F6F-B2BE-56BB30B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5916B-8D8A-41E1-A142-5D897BED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18259-B9F7-4D0D-A255-5C2FCF9F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6BAC-CA6F-4FF9-802E-8F9D57E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2F478-3F6D-42D9-A16B-3C8553BB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9332273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16EF4-8870-4B79-B44C-00107A75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5824-B0D3-4B04-8A23-10D8CEF1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EF635-D62E-4AC4-8A7A-B5E2C7F5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1ECF4-01BB-43CC-AE0D-41091500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B657D-2F8A-40D3-94DF-E0329A2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A3F03-8948-4771-90BA-383FCD91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4562039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4CF97-8852-4C3E-BC0F-DB79B126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440F5-8E3D-4538-8A67-A9075F00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38094-D859-4080-9AE6-C1876C46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4FD4E-02AF-4CDE-8CF2-351951D6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4AA43-A0A2-4438-8565-B5F268C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F7902-DB74-4294-AFFF-19171C50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7C9A9-C63B-4C71-B1B3-D2C9B777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63833-7F34-4A88-BE0C-5DA7C0DB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客户配置成本、任务可靠性、持续使用与付费意愿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2132752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CF10F-5AAB-43AF-9FAF-ABCDE22C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4D6E7-37A7-4BA0-8AC2-CDFDE4AF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8784A-8275-41B1-8D30-474787FB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9807A-650A-45A7-98D2-56B10C7C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11962441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5E9BE-D78A-48C1-AFB7-794508CE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B6310-06CD-4514-A63B-3FD1996F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40214-2DAA-401A-BB3B-C70E6635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085D3-3F61-40C9-9AB5-D94E47F2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创始人提供的五个核心理念与团队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A99FD-F199-4786-8F5B-7DD96ECB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44BEF-FB39-424B-897B-DCC18F59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A9A49-B0C4-4438-914C-7B018F60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104B4-15D3-4C1F-BFFF-273790A2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BCD9C-B227-4B12-9F7B-564F2488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900086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2026-10-01T07:52:37.4050000Z</dcterms:created>
  <dcterms:modified xsi:type="dcterms:W3CDTF">2026-10-01T07:52:37.4060000Z</dcterms:modified>
</coreProperties>
</file>