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1024ac9b4a421a" /><Relationship Type="http://schemas.openxmlformats.org/officeDocument/2006/relationships/extended-properties" Target="/docProps/app.xml" Id="R3ec517adf3b1405c" /><Relationship Type="http://schemas.openxmlformats.org/officeDocument/2006/relationships/officeDocument" Target="/ppt/presentation.xml" Id="R8c668f5b40e140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ed5fd06b544661"/>
  </p:sldMasterIdLst>
  <p:notesMasterIdLst>
    <p:notesMasterId xmlns:r="http://schemas.openxmlformats.org/officeDocument/2006/relationships" r:id="R71f67f64ce5f48d7"/>
  </p:notesMasterIdLst>
  <p:sldIdLst>
    <p:sldId xmlns:r="http://schemas.openxmlformats.org/officeDocument/2006/relationships" id="256" r:id="R4748ac4810b74b04"/>
    <p:sldId xmlns:r="http://schemas.openxmlformats.org/officeDocument/2006/relationships" id="257" r:id="R0026c60d335544e0"/>
    <p:sldId xmlns:r="http://schemas.openxmlformats.org/officeDocument/2006/relationships" id="258" r:id="Rd5edbdf3e8ef4e36"/>
    <p:sldId xmlns:r="http://schemas.openxmlformats.org/officeDocument/2006/relationships" id="259" r:id="Rfac814149d3b49c0"/>
    <p:sldId xmlns:r="http://schemas.openxmlformats.org/officeDocument/2006/relationships" id="260" r:id="R37e30380e9b641b8"/>
    <p:sldId xmlns:r="http://schemas.openxmlformats.org/officeDocument/2006/relationships" id="261" r:id="R26e7ab177ceb44a6"/>
    <p:sldId xmlns:r="http://schemas.openxmlformats.org/officeDocument/2006/relationships" id="262" r:id="Rb26be72c3b9f4442"/>
    <p:sldId xmlns:r="http://schemas.openxmlformats.org/officeDocument/2006/relationships" id="263" r:id="R122357dcdf30468d"/>
    <p:sldId xmlns:r="http://schemas.openxmlformats.org/officeDocument/2006/relationships" id="264" r:id="Rac45a4d365b440b0"/>
    <p:sldId xmlns:r="http://schemas.openxmlformats.org/officeDocument/2006/relationships" id="265" r:id="R2bfb23db399d4992"/>
    <p:sldId xmlns:r="http://schemas.openxmlformats.org/officeDocument/2006/relationships" id="266" r:id="R481b3ebc92234ad0"/>
    <p:sldId xmlns:r="http://schemas.openxmlformats.org/officeDocument/2006/relationships" id="267" r:id="Rf24eb7945b4b4ee5"/>
    <p:sldId xmlns:r="http://schemas.openxmlformats.org/officeDocument/2006/relationships" id="268" r:id="R974418e7fb064027"/>
    <p:sldId xmlns:r="http://schemas.openxmlformats.org/officeDocument/2006/relationships" id="269" r:id="Rbbd86eec942441e7"/>
    <p:sldId xmlns:r="http://schemas.openxmlformats.org/officeDocument/2006/relationships" id="270" r:id="R96f1edb709614e33"/>
    <p:sldId xmlns:r="http://schemas.openxmlformats.org/officeDocument/2006/relationships" id="271" r:id="Re423a88837034aa9"/>
    <p:sldId xmlns:r="http://schemas.openxmlformats.org/officeDocument/2006/relationships" id="272" r:id="R2fe5097996d6467f"/>
    <p:sldId xmlns:r="http://schemas.openxmlformats.org/officeDocument/2006/relationships" id="273" r:id="R82ba2564d5ab43be"/>
    <p:sldId xmlns:r="http://schemas.openxmlformats.org/officeDocument/2006/relationships" id="274" r:id="R8233f49226884b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b981b682ca47b8" /><Relationship Type="http://schemas.openxmlformats.org/officeDocument/2006/relationships/slideMaster" Target="/ppt/slideMasters/slideMaster1.xml" Id="Rc9ed5fd06b544661" /><Relationship Type="http://schemas.openxmlformats.org/officeDocument/2006/relationships/notesMaster" Target="/ppt/notesMasters/notesMaster1.xml" Id="R71f67f64ce5f48d7" /><Relationship Type="http://schemas.openxmlformats.org/officeDocument/2006/relationships/presProps" Target="/ppt/presProps.xml" Id="R2e55505ab2c14979" /><Relationship Type="http://schemas.openxmlformats.org/officeDocument/2006/relationships/tableStyles" Target="/ppt/tableStyles.xml" Id="R235b9530a456413e" /><Relationship Type="http://schemas.openxmlformats.org/officeDocument/2006/relationships/slide" Target="/ppt/slides/slide1.xml" Id="R4748ac4810b74b04" /><Relationship Type="http://schemas.openxmlformats.org/officeDocument/2006/relationships/slide" Target="/ppt/slides/slide2.xml" Id="R0026c60d335544e0" /><Relationship Type="http://schemas.openxmlformats.org/officeDocument/2006/relationships/slide" Target="/ppt/slides/slide3.xml" Id="Rd5edbdf3e8ef4e36" /><Relationship Type="http://schemas.openxmlformats.org/officeDocument/2006/relationships/slide" Target="/ppt/slides/slide4.xml" Id="Rfac814149d3b49c0" /><Relationship Type="http://schemas.openxmlformats.org/officeDocument/2006/relationships/slide" Target="/ppt/slides/slide5.xml" Id="R37e30380e9b641b8" /><Relationship Type="http://schemas.openxmlformats.org/officeDocument/2006/relationships/slide" Target="/ppt/slides/slide6.xml" Id="R26e7ab177ceb44a6" /><Relationship Type="http://schemas.openxmlformats.org/officeDocument/2006/relationships/slide" Target="/ppt/slides/slide7.xml" Id="Rb26be72c3b9f4442" /><Relationship Type="http://schemas.openxmlformats.org/officeDocument/2006/relationships/slide" Target="/ppt/slides/slide8.xml" Id="R122357dcdf30468d" /><Relationship Type="http://schemas.openxmlformats.org/officeDocument/2006/relationships/slide" Target="/ppt/slides/slide9.xml" Id="Rac45a4d365b440b0" /><Relationship Type="http://schemas.openxmlformats.org/officeDocument/2006/relationships/slide" Target="/ppt/slides/slide10.xml" Id="R2bfb23db399d4992" /><Relationship Type="http://schemas.openxmlformats.org/officeDocument/2006/relationships/slide" Target="/ppt/slides/slide11.xml" Id="R481b3ebc92234ad0" /><Relationship Type="http://schemas.openxmlformats.org/officeDocument/2006/relationships/slide" Target="/ppt/slides/slide12.xml" Id="Rf24eb7945b4b4ee5" /><Relationship Type="http://schemas.openxmlformats.org/officeDocument/2006/relationships/slide" Target="/ppt/slides/slide13.xml" Id="R974418e7fb064027" /><Relationship Type="http://schemas.openxmlformats.org/officeDocument/2006/relationships/slide" Target="/ppt/slides/slide14.xml" Id="Rbbd86eec942441e7" /><Relationship Type="http://schemas.openxmlformats.org/officeDocument/2006/relationships/slide" Target="/ppt/slides/slide15.xml" Id="R96f1edb709614e33" /><Relationship Type="http://schemas.openxmlformats.org/officeDocument/2006/relationships/slide" Target="/ppt/slides/slide16.xml" Id="Re423a88837034aa9" /><Relationship Type="http://schemas.openxmlformats.org/officeDocument/2006/relationships/slide" Target="/ppt/slides/slide17.xml" Id="R2fe5097996d6467f" /><Relationship Type="http://schemas.openxmlformats.org/officeDocument/2006/relationships/slide" Target="/ppt/slides/slide18.xml" Id="R82ba2564d5ab43be" /><Relationship Type="http://schemas.openxmlformats.org/officeDocument/2006/relationships/slide" Target="/ppt/slides/slide19.xml" Id="R8233f49226884b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1b1937124e48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03c3bd202a49bc" /><Relationship Type="http://schemas.openxmlformats.org/officeDocument/2006/relationships/notesMaster" Target="/ppt/notesMasters/notesMaster1.xml" Id="R25a1e7a216634c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2f377d495d4ee7" /><Relationship Type="http://schemas.openxmlformats.org/officeDocument/2006/relationships/notesMaster" Target="/ppt/notesMasters/notesMaster1.xml" Id="R3bf1b8f6a71348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c8652511144853" /><Relationship Type="http://schemas.openxmlformats.org/officeDocument/2006/relationships/notesMaster" Target="/ppt/notesMasters/notesMaster1.xml" Id="R3b0f4895b0e546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7db3d94cde4def" /><Relationship Type="http://schemas.openxmlformats.org/officeDocument/2006/relationships/notesMaster" Target="/ppt/notesMasters/notesMaster1.xml" Id="R9db8969abbf740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06c4ca5e2a4bc8" /><Relationship Type="http://schemas.openxmlformats.org/officeDocument/2006/relationships/notesMaster" Target="/ppt/notesMasters/notesMaster1.xml" Id="R2454106797c6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ec9808ee5e42e6" /><Relationship Type="http://schemas.openxmlformats.org/officeDocument/2006/relationships/notesMaster" Target="/ppt/notesMasters/notesMaster1.xml" Id="R3521f809d08c4b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ff54b12f934fca" /><Relationship Type="http://schemas.openxmlformats.org/officeDocument/2006/relationships/notesMaster" Target="/ppt/notesMasters/notesMaster1.xml" Id="R0ec88cab97c64b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4009e41060421f" /><Relationship Type="http://schemas.openxmlformats.org/officeDocument/2006/relationships/notesMaster" Target="/ppt/notesMasters/notesMaster1.xml" Id="R06bdb913cece4f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4558174f734d83" /><Relationship Type="http://schemas.openxmlformats.org/officeDocument/2006/relationships/notesMaster" Target="/ppt/notesMasters/notesMaster1.xml" Id="R4f4d51d544f343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240c34db67474c" /><Relationship Type="http://schemas.openxmlformats.org/officeDocument/2006/relationships/notesMaster" Target="/ppt/notesMasters/notesMaster1.xml" Id="R1376b27b6e9e41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b8ddb90cc84710" /><Relationship Type="http://schemas.openxmlformats.org/officeDocument/2006/relationships/notesMaster" Target="/ppt/notesMasters/notesMaster1.xml" Id="Rb6de351323244d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4e5fe4671e4b50" /><Relationship Type="http://schemas.openxmlformats.org/officeDocument/2006/relationships/notesMaster" Target="/ppt/notesMasters/notesMaster1.xml" Id="R40c6359990944b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f24e904b214afa" /><Relationship Type="http://schemas.openxmlformats.org/officeDocument/2006/relationships/notesMaster" Target="/ppt/notesMasters/notesMaster1.xml" Id="Rc64fad20963443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2b33c9101d4600" /><Relationship Type="http://schemas.openxmlformats.org/officeDocument/2006/relationships/notesMaster" Target="/ppt/notesMasters/notesMaster1.xml" Id="R79c6297897d340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aa74810c1b4419b" /><Relationship Type="http://schemas.openxmlformats.org/officeDocument/2006/relationships/notesMaster" Target="/ppt/notesMasters/notesMaster1.xml" Id="Rd76015f998da44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09eb65754b425c" /><Relationship Type="http://schemas.openxmlformats.org/officeDocument/2006/relationships/notesMaster" Target="/ppt/notesMasters/notesMaster1.xml" Id="Rf3837dc1de78424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8404c9bc46743a4" /><Relationship Type="http://schemas.openxmlformats.org/officeDocument/2006/relationships/notesMaster" Target="/ppt/notesMasters/notesMaster1.xml" Id="Ra38a3c5eaa8b435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f5980e136449df" /><Relationship Type="http://schemas.openxmlformats.org/officeDocument/2006/relationships/notesMaster" Target="/ppt/notesMasters/notesMaster1.xml" Id="Rc1bf0850a06c42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cc575923c2a4e48" /><Relationship Type="http://schemas.openxmlformats.org/officeDocument/2006/relationships/notesMaster" Target="/ppt/notesMasters/notesMaster1.xml" Id="Rcd91b26e7ee045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by Eternalgy 是为团队设计的 AI，当前以 Document Intelligence 切入。公司上下文与流程是产品定位。现有 host 仍为单一操作员与默认公司。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这是问题定义与设计方向。团队角色示意不表示当前 host 已具有多成员账号或团队权限。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水坝是创始人的商业化比喻，不是行业研究结论。搭建、使用、稳定三道门槛是产品设计与试点验证重点。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公司理解指明确保存并被任务调用的公司上下文，不是模型自动训练。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可以用旧 invoice、quotation、company profile 与可读官网内容提供背景。抽取事实需用户确认。此 repo 没有新增独立 OCR 或 crawler 服务，不能承诺只看几张文件即自动完成。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常见业务共享客户、商品、文件、采集与规则等结构。e 当前使用预置业务 schema，可按公司配置字段、模板和规则，不是自动创建任意数据库。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单次文件输出与 e 的流程方式做概念对比，不将所有其他 AI 归为只会 PDF。五个齿轮代表预置 schema、数据库记录、文档生命周期、SOP 与模板。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准备不写记录，草稿可以修改，issue 时验证并编号，保存 snapshots，PDF 与付款记录进入持续流程。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表单、review、stats 与 CSV 是现有工具。工程报告、每日打卡是可配置的数据采集例子，不代表完整工单、考勤或薪资系统。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资料依据：core/forms.mjs:418-481,552-574,830-884,991-1060,1084-1178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CRM preview，金额与数量为演示数据。代码实现应收、逾期、开票与收款趋势、报价pipeline，截图不代表经营业绩。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资料依据：core/dashboard.mjs:23-128; preview/crm-desktop.png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registry 七个 DI specialist。Orchestrator 所在外围 UIv2 host 接收需求与派发任务，specialist 共享记录但工具各有授权范围。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用细胞比喻说明分工与协作产生系统能力。修辞不对细胞认知能力作科学断言，也不等于仅靠单个 agent 就能保证整体可靠性。</a:t>
            </a:r>
          </a:p>
          <a:p xmlns:a="http://schemas.openxmlformats.org/drawingml/2006/main">
            <a:r>
              <a:t>依据：core/tools.mjs:16-24,729-737; host.mjs:26-70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两种架构思路的概念对比，不概括全部竞品。资料、模板、文件、表单为当前 specialist 职责例子。单元、调度与交接都需验证。</a:t>
            </a:r>
          </a:p>
          <a:p xmlns:a="http://schemas.openxmlformats.org/drawingml/2006/main">
            <a:r>
              <a:t>依据：core/tools.mjs:16-24,729-737; host.mjs:26-70; core/documents.mjs:210-339,353-392,467-493,504-549,568-602; core/actions.mjs:31-114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可检查机制是代码事实，不等于已验证成功率、低错误率或零错误。RLS 隔离在 di_app 角色可用时生效，数据库角色 unavailable 时有降级限制。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 定义 MVP/working demo。当前 host 单操作员/default company，数据库 tenant-aware 不表示已有团队用户权限。MyInvois 尚无提交整合。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这是建议试点方法，不是正式套餐、价格、承诺期限或已取得客户成果。由客户选一条适合现有功能的流程，使用其真实资料并确认后运行。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投资命题是待验证的假设。没有 supplied traction、收入、市场规模、投资额、估值或财务数据，本页不虚构这些指标。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下一步：客户选一条真实流程试点，投资者共同验证商业化路径。不是报价、合同或募资条件。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所有产品实现依据为本地 repo。生成图仅作视觉比喻，截图为演示数据。资料截至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core/forms.mjs:418-481,552-574,830-884,991-1060,1084-1178</a:t>
            </a:r>
          </a:p>
          <a:p xmlns:a="http://schemas.openxmlformats.org/drawingml/2006/main">
            <a:r>
              <a:t>ONBOARDING.md; README.md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a64a2249941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c3260402664c68" /><Relationship Type="http://schemas.openxmlformats.org/officeDocument/2006/relationships/slideLayout" Target="/ppt/slideLayouts/slideLayout1.xml" Id="R07ba374c56d946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ba374c56d946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dd75fbf724a24" /><Relationship Type="http://schemas.openxmlformats.org/officeDocument/2006/relationships/image" Target="/ppt/media/image.png" Id="Rbb4ede7ba9704dfb" /><Relationship Type="http://schemas.openxmlformats.org/officeDocument/2006/relationships/image" Target="/ppt/media/image2.png" Id="R7e69a2c68b084a5c" /><Relationship Type="http://schemas.openxmlformats.org/officeDocument/2006/relationships/notesSlide" Target="/ppt/notesSlides/notesSlide1.xml" Id="R639e1645e9a74e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7b80fae134b5d" /><Relationship Type="http://schemas.openxmlformats.org/officeDocument/2006/relationships/notesSlide" Target="/ppt/notesSlides/notesSlide2.xml" Id="R5b4d36ced64743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57e784a8d497b" /><Relationship Type="http://schemas.openxmlformats.org/officeDocument/2006/relationships/image" Target="/ppt/media/image3.png" Id="Rd07168f6a3294617" /><Relationship Type="http://schemas.openxmlformats.org/officeDocument/2006/relationships/notesSlide" Target="/ppt/notesSlides/notesSlide3.xml" Id="R7ae3a5a2c51f4f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d1dd075734c8d" /><Relationship Type="http://schemas.openxmlformats.org/officeDocument/2006/relationships/notesSlide" Target="/ppt/notesSlides/notesSlide4.xml" Id="R997fde03b74d4a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3d5194b96469b" /><Relationship Type="http://schemas.openxmlformats.org/officeDocument/2006/relationships/image" Target="/ppt/media/image4.png" Id="R629c42a5b5e64b31" /><Relationship Type="http://schemas.openxmlformats.org/officeDocument/2006/relationships/notesSlide" Target="/ppt/notesSlides/notesSlide5.xml" Id="R684b37e1042a45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cce85b418498e" /><Relationship Type="http://schemas.openxmlformats.org/officeDocument/2006/relationships/notesSlide" Target="/ppt/notesSlides/notesSlide6.xml" Id="R02cf7c30b9ea4f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a7658e80b4b3c" /><Relationship Type="http://schemas.openxmlformats.org/officeDocument/2006/relationships/image" Target="/ppt/media/image5.png" Id="R4e2155a590c94b70" /><Relationship Type="http://schemas.openxmlformats.org/officeDocument/2006/relationships/notesSlide" Target="/ppt/notesSlides/notesSlide7.xml" Id="R5f995caacac648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c3d6c4f564c1e" /><Relationship Type="http://schemas.openxmlformats.org/officeDocument/2006/relationships/notesSlide" Target="/ppt/notesSlides/notesSlide8.xml" Id="R2255cdb1c3d947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16b4c8f474cac" /><Relationship Type="http://schemas.openxmlformats.org/officeDocument/2006/relationships/notesSlide" Target="/ppt/notesSlides/notesSlide9.xml" Id="R2b41d365fdc04b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81694f9cb44e8" /><Relationship Type="http://schemas.openxmlformats.org/officeDocument/2006/relationships/image" Target="/ppt/media/image6.png" Id="R15410c33a7ab43ec" /><Relationship Type="http://schemas.openxmlformats.org/officeDocument/2006/relationships/notesSlide" Target="/ppt/notesSlides/notesSlide10.xml" Id="R88b46ca6133849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ff8428d844be2" /><Relationship Type="http://schemas.openxmlformats.org/officeDocument/2006/relationships/notesSlide" Target="/ppt/notesSlides/notesSlide11.xml" Id="R3836cf51328244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d2ee8983d421b" /><Relationship Type="http://schemas.openxmlformats.org/officeDocument/2006/relationships/image" Target="/ppt/media/image7.png" Id="R0dac907c0d8f4a19" /><Relationship Type="http://schemas.openxmlformats.org/officeDocument/2006/relationships/notesSlide" Target="/ppt/notesSlides/notesSlide12.xml" Id="Ra824c012e46148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8725036cc4a3b" /><Relationship Type="http://schemas.openxmlformats.org/officeDocument/2006/relationships/image" Target="/ppt/media/image8.png" Id="R0c5389a9cef74f96" /><Relationship Type="http://schemas.openxmlformats.org/officeDocument/2006/relationships/notesSlide" Target="/ppt/notesSlides/notesSlide13.xml" Id="R31dd935a2ac04a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feb9ca8664a73" /><Relationship Type="http://schemas.openxmlformats.org/officeDocument/2006/relationships/notesSlide" Target="/ppt/notesSlides/notesSlide14.xml" Id="Re098d163b2fa48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a29ce34cd4cc7" /><Relationship Type="http://schemas.openxmlformats.org/officeDocument/2006/relationships/notesSlide" Target="/ppt/notesSlides/notesSlide15.xml" Id="R40a2e98dae6145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fa65c6b8742b0" /><Relationship Type="http://schemas.openxmlformats.org/officeDocument/2006/relationships/notesSlide" Target="/ppt/notesSlides/notesSlide16.xml" Id="Rec192e022cfc4b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bdaeb886845d6" /><Relationship Type="http://schemas.openxmlformats.org/officeDocument/2006/relationships/notesSlide" Target="/ppt/notesSlides/notesSlide17.xml" Id="R104da15ac02949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b3854afde4232" /><Relationship Type="http://schemas.openxmlformats.org/officeDocument/2006/relationships/image" Target="/ppt/media/image9.png" Id="R5ddf5ed090d94d3d" /><Relationship Type="http://schemas.openxmlformats.org/officeDocument/2006/relationships/notesSlide" Target="/ppt/notesSlides/notesSlide18.xml" Id="Rf8de3d707df842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b73147b474de5" /><Relationship Type="http://schemas.openxmlformats.org/officeDocument/2006/relationships/notesSlide" Target="/ppt/notesSlides/notesSlide19.xml" Id="R3762f1db110b4f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ede7ba9704dfb"/>
          <a:stretch xmlns:a="http://schemas.openxmlformats.org/drawingml/2006/main"/>
        </p:blipFill>
        <p:spPr>
          <a:xfrm xmlns:a="http://schemas.openxmlformats.org/drawingml/2006/main">
            <a:off x="704850" y="723900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98CC5-FC5C-456B-A98C-0D35656F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001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1F90A-0AC0-496E-A02F-7C586DE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6972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96A12-0563-45A7-976B-A3D00895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52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让公司资料，成为 AI 的工作依据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0146D-EF77-45C8-98A6-0991D767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9a2c68b084a5c"/>
          <a:stretch xmlns:a="http://schemas.openxmlformats.org/drawingml/2006/main"/>
        </p:blipFill>
        <p:spPr>
          <a:xfrm xmlns:a="http://schemas.openxmlformats.org/drawingml/2006/main">
            <a:off x="7924800" y="1209204"/>
            <a:ext cx="3581400" cy="43824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2341A-8FC9-4F58-8E78-89B88012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 Intelligence</a:t>
            </a:r>
          </a:p>
        </p:txBody>
      </p:sp>
    </p:spTree>
    <p:extLst>
      <p:ext uri="{BB962C8B-B14F-4D97-AF65-F5344CB8AC3E}">
        <p14:creationId xmlns:p14="http://schemas.microsoft.com/office/powerpoint/2010/main" val="1015807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FD4F33-A0BA-40B5-A7AA-E23DA8E7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60C70-00EB-47EF-B047-E07C4FF6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D19CF-A4D9-405D-B56B-3E5BC68E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F37A2-78B5-438E-9936-2D072C79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每个成员带来任务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公司提供共同依据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E12BD-7439-461A-8AED-329D04E2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成员经验与旧文件中的信息，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需要延续到下一次工作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6A274-E56A-4538-A54B-55440B7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F7565-9FDF-409C-A8AF-F0C964EE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销售任务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2FE78-E0FC-474D-BCA9-A6CD80E8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D9BFB-D1FA-4024-AE2A-DEE2883A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行政任务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D1CD2-A29F-4992-BA65-43113A74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4FA3A9-9A33-498F-B6EF-CE275ED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财务任务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DDCFA-4277-4E9A-8EC6-E61312DD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190750" cy="17145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7DC75-4788-467B-8EA8-3462767E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公司上下文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2476500"/>
            <a:ext cx="8191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3629025"/>
            <a:ext cx="8191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8324850" y="3829050"/>
            <a:ext cx="8191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0ABB8-3E5C-4AD1-96E9-2412993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产品方向：团队协作。多人账号与权限仍待完善。</a:t>
            </a:r>
          </a:p>
        </p:txBody>
      </p:sp>
    </p:spTree>
    <p:extLst>
      <p:ext uri="{BB962C8B-B14F-4D97-AF65-F5344CB8AC3E}">
        <p14:creationId xmlns:p14="http://schemas.microsoft.com/office/powerpoint/2010/main" val="90134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B5BAB-3B53-4552-801E-DE9038CF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AI 变现的最后一里路，是使用门槛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85E37-70FD-4235-A7EA-BE373CD0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92F3A-F41C-40F9-AA37-46AB0933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DEBA3-A1B7-4DFE-BCD6-8B579B28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模型能力像水源，真正的价值需要跨过三道门槛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168f6a3294617"/>
          <a:stretch xmlns:a="http://schemas.openxmlformats.org/drawingml/2006/main"/>
        </p:blipFill>
        <p:spPr>
          <a:xfrm xmlns:a="http://schemas.openxmlformats.org/drawingml/2006/main">
            <a:off x="685800" y="2328156"/>
            <a:ext cx="10820400" cy="3287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4073C-81A7-4FEE-B08F-2F085445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435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BD95D-A2C9-471A-B027-3A319635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6864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搭建门槛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B8D4C-A38A-4C4A-B7DC-964A3F94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435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2C2B2-7A9F-438C-93B1-103F235D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6864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使用门槛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60E92-7668-41B9-8A71-8F8C6B68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435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E3D71-A568-4E59-887B-EA2929F1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6864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稳定门槛</a:t>
            </a:r>
          </a:p>
        </p:txBody>
      </p:sp>
    </p:spTree>
    <p:extLst>
      <p:ext uri="{BB962C8B-B14F-4D97-AF65-F5344CB8AC3E}">
        <p14:creationId xmlns:p14="http://schemas.microsoft.com/office/powerpoint/2010/main" val="560165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25E1B-68FA-45B3-8589-B509C2FB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30937-1D9D-46E1-846B-FDD26C9D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42273-49F6-4804-B0B7-B28E1366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C4A75-2854-44FC-8D3F-733F6534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16946-5F9D-4CD5-91EE-7D6EE482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文件与规则怎样运作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2EFF9-70AF-4ADF-8DD0-8A552425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6A06C-3B4E-4CC1-9DF8-E40EADDE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95625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查记录，准备文件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发现缺项，先询问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保存成果，延续后续工作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CF7A15-DCC9-4B1F-86BA-C3B35408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69F3D2-2D66-4C31-8A24-DC2B5B06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47875"/>
            <a:ext cx="0" cy="3248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C34A5-3A9C-4490-B81A-DC1E58B8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公司资料与规则，决定每一次工作怎样完成</a:t>
            </a:r>
          </a:p>
        </p:txBody>
      </p:sp>
    </p:spTree>
    <p:extLst>
      <p:ext uri="{BB962C8B-B14F-4D97-AF65-F5344CB8AC3E}">
        <p14:creationId xmlns:p14="http://schemas.microsoft.com/office/powerpoint/2010/main" val="76740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1BA6A-E8DC-4323-98FD-C604CAAC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像新同事一样，先了解公司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78254-4982-460D-917A-320AC0AF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DE14B-EE75-4B85-883F-12727795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c42a5b5e64b31"/>
          <a:stretch xmlns:a="http://schemas.openxmlformats.org/drawingml/2006/main"/>
        </p:blipFill>
        <p:spPr>
          <a:xfrm xmlns:a="http://schemas.openxmlformats.org/drawingml/2006/main">
            <a:off x="852221" y="1781175"/>
            <a:ext cx="2838983" cy="4019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CC983-1B0B-4EC4-AA94-4AB7D204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你已有的文件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7CC95-98AD-48E7-A788-7A450B44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097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E1903-9235-490F-91CF-B58CA31A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977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读取核心信息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D59CA-CD84-4BC7-897F-35B8BA54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公司资料、旧报价单与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D1EC0-3369-4BB4-9181-10DE411C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956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2100B-181E-43F6-B058-62B0B689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95650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确认与保存设定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2CE33-581F-484E-AA07-795ED589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7667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核对身份、付款条件与编号规则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AC9AE-919C-4F27-B205-695E9B5C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815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AB8CC-2394-416A-AF97-BED4BAD5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81525"/>
            <a:ext cx="5943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预览并验证模板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92CE4-AB03-4437-9278-42764716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625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用实际文件检查输出</a:t>
            </a:r>
          </a:p>
        </p:txBody>
      </p:sp>
    </p:spTree>
    <p:extLst>
      <p:ext uri="{BB962C8B-B14F-4D97-AF65-F5344CB8AC3E}">
        <p14:creationId xmlns:p14="http://schemas.microsoft.com/office/powerpoint/2010/main" val="899848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00808-B1F2-44D2-A4F9-0B85A241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CDCA8-A827-437E-BA89-E2D37B0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4F4FC-F0E0-4E6E-BBA4-67B85710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2BB04-4ABE-4A89-9A44-69FBA9B4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79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不同业务，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共享许多相同的结构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3610D-2808-43EC-B75F-57FED122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以常用数据结构承接工作，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再适应公司的设定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3871C-D789-46F6-8F29-724C2C76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38500"/>
            <a:ext cx="2286000" cy="1238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4021A-2471-4996-823A-02C6F967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095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50708-DBAF-4D8C-A146-A9166007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13525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B3984-03C3-4E8D-A84E-9815F3801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162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8077200" y="2395538"/>
            <a:ext cx="762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CAF94-B25E-4D0C-8E4E-F1C6DF03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38350"/>
            <a:ext cx="13525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DADF4-CB59-489C-8E88-0414CB05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14550"/>
            <a:ext cx="1162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>
            <a:off x="8077200" y="2395538"/>
            <a:ext cx="32385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FFF60-13D5-413D-9F52-F438F2E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19650"/>
            <a:ext cx="13525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82E25-79DC-4819-A86A-0A815AE0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95850"/>
            <a:ext cx="1162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cxnSp>
        <p:nvCxnSpPr>
          <p:cNvPr id="35" name=""/>
          <p:cNvCxnSpPr>
            <a:stCxn xmlns:a="http://schemas.openxmlformats.org/drawingml/2006/main" id="14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8077200" y="3857625"/>
            <a:ext cx="762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804D1-DB71-4CD3-B635-229501A1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819650"/>
            <a:ext cx="13525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85D7E-B9B2-405F-9C2E-3BE5964E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95850"/>
            <a:ext cx="1162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cxnSp>
        <p:nvCxnSpPr>
          <p:cNvPr id="38" name=""/>
          <p:cNvCxnSpPr>
            <a:stCxn xmlns:a="http://schemas.openxmlformats.org/drawingml/2006/main" id="1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8077200" y="3857625"/>
            <a:ext cx="32385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542923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3E17D5-9761-4B74-B17D-234397CD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03674-9382-4E7A-8D23-B1DA35F0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E3C5F-85E3-46C8-B629-C69CEDEF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743DE-E223-41B7-B5AD-BCBAACE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B8D0A-7098-494C-85BE-27BC4AD1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单次文件输出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155a590c94b70"/>
          <a:stretch xmlns:a="http://schemas.openxmlformats.org/drawingml/2006/main"/>
        </p:blipFill>
        <p:spPr>
          <a:xfrm xmlns:a="http://schemas.openxmlformats.org/drawingml/2006/main">
            <a:off x="1400175" y="2906210"/>
            <a:ext cx="1666875" cy="23600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5A50D-2A65-414D-B881-2412769E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86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A32C7-B110-4CC0-AC3A-CD02C893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5E273-60A7-4FD4-B5BF-BB6A5EF3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556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e：文档是一条业务流程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DB117-AC6C-412A-8E27-2FFA3DE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580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A7D5C-A6CC-4574-BAE1-F4B276A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677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DDB8A-FE8D-4E22-A4A4-86B9F8C2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80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8A336-4385-48C2-8B43-FAFE1097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677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FC726-7DCB-4B7E-A8B5-B2915FB4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36DEB-30A9-46A1-A9FF-B28354BE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9A1A3-C68F-439E-9435-A2A32655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632F4-294B-45AC-AD12-FC5A0B96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B0D2B-3673-4B1F-9E7F-C3F4B577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4CF14E-64AC-48B0-B2BC-33C15A61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3F589A-6507-45F3-855B-20C9F449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DE630-E3D8-49CA-89D2-579C2AB1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B225E-C9FD-4228-A6DB-5FFB4114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B9FC9-98FF-4B1D-8709-6EDB469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1C344-DD2D-497F-AD98-0F6A258F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7BFBC-1746-4ECD-97D9-8AD833AD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62C555-77F3-41D8-85BF-4B394207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657350" cy="1657350"/>
          </a:xfrm>
          <a:custGeom xmlns:a="http://schemas.openxmlformats.org/drawingml/2006/main">
            <a:pathLst>
              <a:path w="1657350" h="1657350">
                <a:moveTo>
                  <a:pt x="828675" y="16573"/>
                </a:moveTo>
                <a:lnTo>
                  <a:pt x="934676" y="23521"/>
                </a:lnTo>
                <a:lnTo>
                  <a:pt x="1002401" y="180320"/>
                </a:lnTo>
                <a:lnTo>
                  <a:pt x="1085542" y="208542"/>
                </a:lnTo>
                <a:lnTo>
                  <a:pt x="1234726" y="125374"/>
                </a:lnTo>
                <a:lnTo>
                  <a:pt x="1323051" y="184392"/>
                </a:lnTo>
                <a:lnTo>
                  <a:pt x="1303304" y="354046"/>
                </a:lnTo>
                <a:lnTo>
                  <a:pt x="1361195" y="420058"/>
                </a:lnTo>
                <a:lnTo>
                  <a:pt x="1531976" y="422624"/>
                </a:lnTo>
                <a:lnTo>
                  <a:pt x="1578959" y="517897"/>
                </a:lnTo>
                <a:lnTo>
                  <a:pt x="1477030" y="654949"/>
                </a:lnTo>
                <a:lnTo>
                  <a:pt x="1494159" y="741062"/>
                </a:lnTo>
                <a:lnTo>
                  <a:pt x="1640777" y="828675"/>
                </a:lnTo>
                <a:lnTo>
                  <a:pt x="1633829" y="934676"/>
                </a:lnTo>
                <a:lnTo>
                  <a:pt x="1477030" y="1002401"/>
                </a:lnTo>
                <a:lnTo>
                  <a:pt x="1448808" y="1085542"/>
                </a:lnTo>
                <a:lnTo>
                  <a:pt x="1531976" y="1234726"/>
                </a:lnTo>
                <a:lnTo>
                  <a:pt x="1472958" y="1323051"/>
                </a:lnTo>
                <a:lnTo>
                  <a:pt x="1303304" y="1303304"/>
                </a:lnTo>
                <a:lnTo>
                  <a:pt x="1237292" y="1361195"/>
                </a:lnTo>
                <a:lnTo>
                  <a:pt x="1234726" y="1531976"/>
                </a:lnTo>
                <a:lnTo>
                  <a:pt x="1139453" y="1578959"/>
                </a:lnTo>
                <a:lnTo>
                  <a:pt x="1002401" y="1477030"/>
                </a:lnTo>
                <a:lnTo>
                  <a:pt x="916288" y="1494159"/>
                </a:lnTo>
                <a:lnTo>
                  <a:pt x="828675" y="1640777"/>
                </a:lnTo>
                <a:lnTo>
                  <a:pt x="722674" y="1633829"/>
                </a:lnTo>
                <a:lnTo>
                  <a:pt x="654949" y="1477030"/>
                </a:lnTo>
                <a:lnTo>
                  <a:pt x="571808" y="1448808"/>
                </a:lnTo>
                <a:lnTo>
                  <a:pt x="422624" y="1531976"/>
                </a:lnTo>
                <a:lnTo>
                  <a:pt x="334299" y="1472958"/>
                </a:lnTo>
                <a:lnTo>
                  <a:pt x="354046" y="1303304"/>
                </a:lnTo>
                <a:lnTo>
                  <a:pt x="296155" y="1237292"/>
                </a:lnTo>
                <a:lnTo>
                  <a:pt x="125374" y="1234726"/>
                </a:lnTo>
                <a:lnTo>
                  <a:pt x="78391" y="1139453"/>
                </a:lnTo>
                <a:lnTo>
                  <a:pt x="180320" y="1002401"/>
                </a:lnTo>
                <a:lnTo>
                  <a:pt x="163191" y="916288"/>
                </a:lnTo>
                <a:lnTo>
                  <a:pt x="16573" y="828675"/>
                </a:lnTo>
                <a:lnTo>
                  <a:pt x="23521" y="722674"/>
                </a:lnTo>
                <a:lnTo>
                  <a:pt x="180320" y="654949"/>
                </a:lnTo>
                <a:lnTo>
                  <a:pt x="208542" y="571808"/>
                </a:lnTo>
                <a:lnTo>
                  <a:pt x="125374" y="422624"/>
                </a:lnTo>
                <a:lnTo>
                  <a:pt x="184392" y="334299"/>
                </a:lnTo>
                <a:lnTo>
                  <a:pt x="354046" y="354046"/>
                </a:lnTo>
                <a:lnTo>
                  <a:pt x="420058" y="296155"/>
                </a:lnTo>
                <a:lnTo>
                  <a:pt x="422624" y="125374"/>
                </a:lnTo>
                <a:lnTo>
                  <a:pt x="517897" y="78391"/>
                </a:lnTo>
                <a:lnTo>
                  <a:pt x="654949" y="180320"/>
                </a:lnTo>
                <a:lnTo>
                  <a:pt x="741062" y="163191"/>
                </a:lnTo>
                <a:close/>
              </a:path>
            </a:pathLst>
          </a:custGeom>
          <a:solidFill xmlns:a="http://schemas.openxmlformats.org/drawingml/2006/main">
            <a:srgbClr val="18775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AC3A3C-B089-4271-B7B1-7DFF3CB4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850" y="3615500"/>
            <a:ext cx="1093851" cy="1093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74719E-7678-474E-986F-0278ED4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394" y="3830955"/>
            <a:ext cx="1524762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8135BA-AFD7-4F05-948A-565D65F8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24550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查记录、补缺项、发行文件、保存关联、追踪付款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464835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DD7CEA-793F-4FAB-B9A9-20A56FC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文件与业务记录，延续到付款之后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E7257-3D2F-4DE5-A669-40B646FD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2F1DB-1859-4C72-B0C0-B5DD7862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906BE-C100-4646-B839-7C3DA5AC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0229F-C482-4E03-9F37-EFDE19E4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4F264-5112-4660-8025-7FD7147D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5BAE2-D59B-4273-AFEB-FF6891F4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识别客户与商品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检查缺项与规则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58C6C-13D2-44B1-B642-B6645D68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FE913-0D76-410A-B146-5D33A378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C7BC1-D1DB-49F5-AA2A-0C52C580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DC091-A3F9-4224-91E4-1234DF81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核对内容与金额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确认后再发行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50241-BFAB-4584-B84B-E656F643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F4859-06DA-4D53-9D17-C730FE45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543E3-3EA1-43B7-9D39-1ED886B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91CEFA-ED8D-4F72-BFD0-C1BF8C2E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编号、快照与 PDF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关联业务记录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794B6-7A49-47C8-89AA-44BF648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3D4ED-B7A3-4E88-B598-E372B61F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99A49-697E-4ED4-AE45-D16067AC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付款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34F9D-2F71-4C56-B359-49F1BF65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记录分配与余额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追踪应收状态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95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531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B59E2-1240-45AD-9C1E-8F4EA372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下一次工作，从已有记录继续</a:t>
            </a:r>
          </a:p>
        </p:txBody>
      </p:sp>
    </p:spTree>
    <p:extLst>
      <p:ext uri="{BB962C8B-B14F-4D97-AF65-F5344CB8AC3E}">
        <p14:creationId xmlns:p14="http://schemas.microsoft.com/office/powerpoint/2010/main" val="7796756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D4D50-FF19-4A81-A29D-753479AF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 收集信息，e 处理后续工作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D495F-C7BA-4134-B011-EE5C3A0B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044C1-4082-4F59-B416-C01DC9D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89DC3-90CD-464E-985D-69EC2FB9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06069-73FF-45EE-BB2A-53B3F3F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33C80-A59C-4275-A721-DF376686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74E18-254F-428E-A060-70DE9C60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133600" cy="1657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69F4E-D325-40A9-B214-83E242C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F3A23-3431-4D81-894A-B55C4F7F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213360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5C79D-36E8-4568-95DD-65521513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35AE0-1A03-452E-B5AE-20B63910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16657-CEB6-492D-A541-5F6F053C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8194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7" idx="4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57150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9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106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9D571-57E1-4D1A-83A1-EEC39363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按字段绑定，关联客户、文件与下一步工作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4445627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52F68-CBD7-4FF2-B738-1B5D6884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业务记录，让工作状态可见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0C83C-CC78-464B-8FC8-5AFDA94E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B2440-21D3-48A5-8B16-4608AD63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68FE9-23BA-4C63-9052-7B34D807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未收款项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逾期 invoice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待跟进 quotation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50A4D-79B8-4FD9-9D75-C8313CC3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已有数据，形成业务概览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10c33a7ab43ec"/>
          <a:stretch xmlns:a="http://schemas.openxmlformats.org/drawingml/2006/main"/>
        </p:blipFill>
        <p:spPr>
          <a:xfrm xmlns:a="http://schemas.openxmlformats.org/drawingml/2006/main">
            <a:off x="6153990" y="1724025"/>
            <a:ext cx="4751294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CB924-BCCB-4841-B110-A44134E2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436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现有界面预览。图中金额与数量为演示数据。</a:t>
            </a:r>
          </a:p>
        </p:txBody>
      </p:sp>
    </p:spTree>
    <p:extLst>
      <p:ext uri="{BB962C8B-B14F-4D97-AF65-F5344CB8AC3E}">
        <p14:creationId xmlns:p14="http://schemas.microsoft.com/office/powerpoint/2010/main" val="2064531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48A6F3-B2A9-4FD6-9F5A-450D083D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B585D-AEEE-4EEE-B843-0BF02D75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660E1-E5B3-43A6-8837-02B4DD96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4A1BB-B1AC-4FCF-B0E6-3D6C1164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81175"/>
            <a:ext cx="3848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51032-66F8-4D45-A9A5-7596EDFB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3657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需求分配与结果协调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3E29F-F940-4BCF-9068-3E46B88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2647950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5FD74-60D5-4100-B9F2-C1C3DD32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F328A-C6E7-4BE7-A717-59499A16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408C58-6ECE-4301-A4B1-4B260E03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CD19B-F9E4-42DC-B664-3599C369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EEDD4-76F2-41B8-8CA9-E0A6312E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AFFA1-822D-49E7-B7D8-ADB7A4E7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D8BF7-3981-4932-9524-3BDC94F1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D94A9-510C-4032-B8D3-09686FC7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E6399-06EE-4D29-8794-49D0E8C6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30F75-3524-4474-A0CB-AF7555EA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EDAED-0880-4F2F-98E0-5D14EC5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2C53E-389C-41DA-A984-FBA8E1EC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AD9A5-56A4-4AE2-8CFD-D43106BB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BD46E-AEBC-412D-893F-349CE00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61C9FD-C616-4A8B-A736-9955A2D7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20C35-9E08-472C-93CE-75D01765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8AC28-D724-40F7-BC21-78D33EAE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794B8-6B75-41D4-A089-722FCFB9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FD5834-716A-4834-B7DB-D82C7145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B3ADD-3B2C-4BBA-ACEC-C65E8680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D5D050-3EF4-4D26-89D9-D8E506BB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0A3BD-186B-4A0B-BE01-71D9B867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C68C8-6CA6-47A5-B85A-598CF729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819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E7358-E003-4C86-AEBD-6EA85222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819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FC2CFC-7984-4A94-BE4E-125DFFC9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24450"/>
            <a:ext cx="36385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AEB125-4B14-498E-81AE-AA3D45A4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1328285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c907c0d8f4a1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3B45E-A4AD-4584-9252-82651C56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13E11-1687-4439-801E-35899F14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E5FF6-FC28-45F3-AB2C-7D4A3357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1FDB4-C7B0-476E-B6F2-F67DAA35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784B8-FF37-4F3F-BFB9-D529299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1173444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389a9cef74f96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72314-F7A5-4B25-97BA-0B7A7721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细胞级 AI 的协作方式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FF54B-0981-43A7-A206-C3BEC4B6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DA9AF-2841-4497-9937-4DA08CE0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56DFC-5250-4DE1-B569-2140C89B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B410B-696C-4252-AFE4-1C2FB33B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D29B9-D336-4678-BC34-3006CAE9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86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4B250-043B-4D21-910B-C560AECE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5EAAF0-0747-4E09-B22B-FAC74B28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48881-157A-4D38-8286-DC040E11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6196E-54A9-425E-A2FE-9F8C3C4B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81CAF-3824-497E-BFD3-519C6592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F1CA0B-23AC-431C-9884-F220C1D3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职责越广，验证组合越多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536F9-B7C9-455E-B857-D0EA6DD8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明确任务、SOP、权限与测试</a:t>
            </a:r>
          </a:p>
        </p:txBody>
      </p:sp>
    </p:spTree>
    <p:extLst>
      <p:ext uri="{BB962C8B-B14F-4D97-AF65-F5344CB8AC3E}">
        <p14:creationId xmlns:p14="http://schemas.microsoft.com/office/powerpoint/2010/main" val="31756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8962D-A78A-4CE3-83D9-ABF418B2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可靠性，来自可检查的边界设计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A6632-1F8E-44A6-93A0-8F0F0079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3A02B-7860-47A3-8431-7D6A5F2C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4199C-14C5-466A-A5B1-033613C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59D87-124F-4AC2-A7D9-B02F8240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每位专员只使用获授权的工具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FDD3C-2C36-4F40-9905-0DBF6B9A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越权请求，由系统拒绝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A7CCD-A79D-437E-A3FC-A5860703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EDA83-1DAA-49FA-B4E2-A478F9DD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发行规则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6383C-BBB4-401E-9B0E-FB531AC7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051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发行前检查必填信息与公司规则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45DA9-A34B-4CA9-BEA1-B91F097E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95725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资料未补齐，不能发行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321A2-9BC6-4CE2-8A07-F7303C8F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FDED9-BB9B-4B85-8671-10AEB7E3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7E6D5-C9B2-4227-9B84-0BA2BF3C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发行后冻结内容，并保存历史快照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0BECB-8024-48F9-9CC3-F19B0632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3875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后续修改，不改写旧文件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122BF-704A-4095-A2A7-56FEE5B7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单元测试、调度与集成验证，共同检验整体交付</a:t>
            </a:r>
          </a:p>
        </p:txBody>
      </p:sp>
    </p:spTree>
    <p:extLst>
      <p:ext uri="{BB962C8B-B14F-4D97-AF65-F5344CB8AC3E}">
        <p14:creationId xmlns:p14="http://schemas.microsoft.com/office/powerpoint/2010/main" val="15149453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67F61-3FB5-4604-ADAA-99E559D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3B466-9611-46C6-B4B3-935EC3F4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42D5D-BEAC-4309-8DD3-1DA8CF14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CFB09-9E6D-4EE2-8AE8-5869E294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49A8E-D307-4963-89E6-918EFE91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客户与商品记录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Quotation、invoice 与付款流程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表单、模板与业务概览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C7E75-0E20-4F7B-BF5F-41029AAF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4D112-FF86-4A51-898D-075EB069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更多可验证的业务流程与分析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A27E6-365D-4354-8C13-79819F2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85975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B586B-B6FB-49A2-957B-0497F78F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3559996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C4656-DF7E-4351-A399-E62CBD59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客户试点，以一条真实流程开始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11821-38B0-4023-855E-5AF31AC0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BF634C-C51C-44F2-878F-6CE5BEC2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A684E-BE46-49FC-813F-A5C7F79B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8349-EB5E-40BE-8075-4E0F7D26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431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选流程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31819-397B-418C-8353-C3FAB7EB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开票，或表单采集与处理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61BFF-A6A3-48AD-A563-0DE0D1AC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1462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4B4CB-566D-43C0-8F6F-7C4D4E4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0CFCA-8658-4D54-A46E-711EDC28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8132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用资料配置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7E748-609A-4F06-8C97-CCC03722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旧文件、规则与客户记录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D526FC-045D-4E55-A238-6F64C22B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52850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406F3-ECC6-417D-BAC5-8A025850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CDD4-5205-4DC7-B27F-B4941D8B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9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运行真实工作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983EC-13E3-40BA-8264-1AE7C7CE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确认输入，检查交付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73DFE-883A-45FE-A016-24135943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9107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6436D-2BBE-4C18-9150-4EDBCF4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706C46-D654-493E-AAC8-DDE9A39D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5777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对照指标验收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3F726-FFD9-4C04-844D-ECC24A3E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时间、返工与数据完整性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16240441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8EA20-63C2-4B46-8837-1B2F0D70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投资验证：门槛降低能否带来付费使用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1F68C-D349-4E81-8F02-4DA6E216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98C29-D2F4-4AEF-A6B5-910A89D6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E6CF84-A565-4B75-A6D4-9AC94AEE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以重复文件工作切入，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围绕公司上下文扩展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6A98A-3C44-41BF-8700-9CE50BE9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配置成本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36CA3-46BF-46EA-8B41-6492E551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能否更快进入实际工作？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C2D4E-3EE7-4FEA-8D90-E4A892FF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任务可靠性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AC336-D673-4CA3-9FFC-ACB1EF81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能否持续交付可检查的结果？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0F0F8-A12F-41A1-A81F-117470E6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C58FD-3A27-41B1-A769-CBFDFB78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是否成为重复工作的习惯？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3E9E3-BC53-4D83-8DBC-3778343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付费意愿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E56AE-ADCB-4C80-B48B-7E97BEF5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价值是否足以支持商业化？</a:t>
            </a:r>
          </a:p>
        </p:txBody>
      </p:sp>
    </p:spTree>
    <p:extLst>
      <p:ext uri="{BB962C8B-B14F-4D97-AF65-F5344CB8AC3E}">
        <p14:creationId xmlns:p14="http://schemas.microsoft.com/office/powerpoint/2010/main" val="21158714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9214E-63EC-4523-BE25-62B3C7B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A8A89-B182-4961-9728-BF294A92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514EC-E11A-4E97-B704-78EB27D8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525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投资者：共同验证团队 AI 的产品路径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f5ed090d94d3d"/>
          <a:stretch xmlns:a="http://schemas.openxmlformats.org/drawingml/2006/main"/>
        </p:blipFill>
        <p:spPr>
          <a:xfrm xmlns:a="http://schemas.openxmlformats.org/drawingml/2006/main">
            <a:off x="9753600" y="4629150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454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0CE71-AF99-4222-B970-F6947BC6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8194D-3038-4C84-B556-01568F8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95C3E-C391-48ED-82C7-F1F128F8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F11FD-E7B7-4E5C-A289-000D6AEC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00AB6-8FB0-4734-BF6B-AFB8F04E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288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82EAD-68DB-470A-B71C-2050B5B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63C7A-7B2B-441F-8D2C-24B97168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56A92-45B0-44B8-AF46-863634E4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8137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D9E24-411A-41AB-9C76-B9528540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835DB-BF83-45F2-B582-BE856571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2BDB1-9FFC-4645-97F5-08707431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339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代码与预览支持功能说明，不代表部署验收或客户业绩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可靠性、使用与商业指标，需要在真实试点中验证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36DE4-1154-4F2E-85E3-456AFE65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685939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2026-10-01T08:36:11.7070000Z</dcterms:created>
  <dcterms:modified xsi:type="dcterms:W3CDTF">2026-10-01T08:36:11.7080000Z</dcterms:modified>
</coreProperties>
</file>