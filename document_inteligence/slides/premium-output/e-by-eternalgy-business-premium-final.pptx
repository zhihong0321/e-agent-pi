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f63ecf48a40c9" /><Relationship Type="http://schemas.openxmlformats.org/officeDocument/2006/relationships/extended-properties" Target="/docProps/app.xml" Id="R74c09ae90b824dd4" /><Relationship Type="http://schemas.openxmlformats.org/officeDocument/2006/relationships/officeDocument" Target="/ppt/presentation.xml" Id="Ref8dc6df5215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4063f6c62f4594"/>
  </p:sldMasterIdLst>
  <p:notesMasterIdLst>
    <p:notesMasterId xmlns:r="http://schemas.openxmlformats.org/officeDocument/2006/relationships" r:id="R58812a3092b9450f"/>
  </p:notesMasterIdLst>
  <p:sldIdLst>
    <p:sldId xmlns:r="http://schemas.openxmlformats.org/officeDocument/2006/relationships" id="256" r:id="R1fe331fca4424b65"/>
    <p:sldId xmlns:r="http://schemas.openxmlformats.org/officeDocument/2006/relationships" id="257" r:id="R855a9e95a59d4698"/>
    <p:sldId xmlns:r="http://schemas.openxmlformats.org/officeDocument/2006/relationships" id="258" r:id="R2fd33e02b3b34216"/>
    <p:sldId xmlns:r="http://schemas.openxmlformats.org/officeDocument/2006/relationships" id="259" r:id="Rd6eaeb97f88d4ea5"/>
    <p:sldId xmlns:r="http://schemas.openxmlformats.org/officeDocument/2006/relationships" id="260" r:id="R5a59392ed41348e6"/>
    <p:sldId xmlns:r="http://schemas.openxmlformats.org/officeDocument/2006/relationships" id="261" r:id="Rbf064769d6c1411e"/>
    <p:sldId xmlns:r="http://schemas.openxmlformats.org/officeDocument/2006/relationships" id="262" r:id="Rab23502d3aaf4abd"/>
    <p:sldId xmlns:r="http://schemas.openxmlformats.org/officeDocument/2006/relationships" id="263" r:id="Rfaf08fd9a62846e3"/>
    <p:sldId xmlns:r="http://schemas.openxmlformats.org/officeDocument/2006/relationships" id="264" r:id="Rafd2ef5b436746fc"/>
    <p:sldId xmlns:r="http://schemas.openxmlformats.org/officeDocument/2006/relationships" id="265" r:id="Rd732b1da70984ee3"/>
    <p:sldId xmlns:r="http://schemas.openxmlformats.org/officeDocument/2006/relationships" id="266" r:id="Rc8e390bb725a48ba"/>
    <p:sldId xmlns:r="http://schemas.openxmlformats.org/officeDocument/2006/relationships" id="267" r:id="R78d05715be2b4ddf"/>
    <p:sldId xmlns:r="http://schemas.openxmlformats.org/officeDocument/2006/relationships" id="268" r:id="R0b05087d52124116"/>
    <p:sldId xmlns:r="http://schemas.openxmlformats.org/officeDocument/2006/relationships" id="269" r:id="R96973ac1f3394aaf"/>
    <p:sldId xmlns:r="http://schemas.openxmlformats.org/officeDocument/2006/relationships" id="270" r:id="Rb9bfb24d47844342"/>
    <p:sldId xmlns:r="http://schemas.openxmlformats.org/officeDocument/2006/relationships" id="271" r:id="R1c79d15213a54932"/>
    <p:sldId xmlns:r="http://schemas.openxmlformats.org/officeDocument/2006/relationships" id="272" r:id="R69b8d2b3ef544bd1"/>
    <p:sldId xmlns:r="http://schemas.openxmlformats.org/officeDocument/2006/relationships" id="273" r:id="R4c44f061c0e74894"/>
    <p:sldId xmlns:r="http://schemas.openxmlformats.org/officeDocument/2006/relationships" id="274" r:id="R86c0aa3462b349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98452c4a84fb5" /><Relationship Type="http://schemas.openxmlformats.org/officeDocument/2006/relationships/slideMaster" Target="/ppt/slideMasters/slideMaster1.xml" Id="R184063f6c62f4594" /><Relationship Type="http://schemas.openxmlformats.org/officeDocument/2006/relationships/notesMaster" Target="/ppt/notesMasters/notesMaster1.xml" Id="R58812a3092b9450f" /><Relationship Type="http://schemas.openxmlformats.org/officeDocument/2006/relationships/presProps" Target="/ppt/presProps.xml" Id="R6b9edc0f18724a32" /><Relationship Type="http://schemas.openxmlformats.org/officeDocument/2006/relationships/tableStyles" Target="/ppt/tableStyles.xml" Id="R7ec8847b204146aa" /><Relationship Type="http://schemas.openxmlformats.org/officeDocument/2006/relationships/slide" Target="/ppt/slides/slide1.xml" Id="R1fe331fca4424b65" /><Relationship Type="http://schemas.openxmlformats.org/officeDocument/2006/relationships/slide" Target="/ppt/slides/slide2.xml" Id="R855a9e95a59d4698" /><Relationship Type="http://schemas.openxmlformats.org/officeDocument/2006/relationships/slide" Target="/ppt/slides/slide3.xml" Id="R2fd33e02b3b34216" /><Relationship Type="http://schemas.openxmlformats.org/officeDocument/2006/relationships/slide" Target="/ppt/slides/slide4.xml" Id="Rd6eaeb97f88d4ea5" /><Relationship Type="http://schemas.openxmlformats.org/officeDocument/2006/relationships/slide" Target="/ppt/slides/slide5.xml" Id="R5a59392ed41348e6" /><Relationship Type="http://schemas.openxmlformats.org/officeDocument/2006/relationships/slide" Target="/ppt/slides/slide6.xml" Id="Rbf064769d6c1411e" /><Relationship Type="http://schemas.openxmlformats.org/officeDocument/2006/relationships/slide" Target="/ppt/slides/slide7.xml" Id="Rab23502d3aaf4abd" /><Relationship Type="http://schemas.openxmlformats.org/officeDocument/2006/relationships/slide" Target="/ppt/slides/slide8.xml" Id="Rfaf08fd9a62846e3" /><Relationship Type="http://schemas.openxmlformats.org/officeDocument/2006/relationships/slide" Target="/ppt/slides/slide9.xml" Id="Rafd2ef5b436746fc" /><Relationship Type="http://schemas.openxmlformats.org/officeDocument/2006/relationships/slide" Target="/ppt/slides/slide10.xml" Id="Rd732b1da70984ee3" /><Relationship Type="http://schemas.openxmlformats.org/officeDocument/2006/relationships/slide" Target="/ppt/slides/slide11.xml" Id="Rc8e390bb725a48ba" /><Relationship Type="http://schemas.openxmlformats.org/officeDocument/2006/relationships/slide" Target="/ppt/slides/slide12.xml" Id="R78d05715be2b4ddf" /><Relationship Type="http://schemas.openxmlformats.org/officeDocument/2006/relationships/slide" Target="/ppt/slides/slide13.xml" Id="R0b05087d52124116" /><Relationship Type="http://schemas.openxmlformats.org/officeDocument/2006/relationships/slide" Target="/ppt/slides/slide14.xml" Id="R96973ac1f3394aaf" /><Relationship Type="http://schemas.openxmlformats.org/officeDocument/2006/relationships/slide" Target="/ppt/slides/slide15.xml" Id="Rb9bfb24d47844342" /><Relationship Type="http://schemas.openxmlformats.org/officeDocument/2006/relationships/slide" Target="/ppt/slides/slide16.xml" Id="R1c79d15213a54932" /><Relationship Type="http://schemas.openxmlformats.org/officeDocument/2006/relationships/slide" Target="/ppt/slides/slide17.xml" Id="R69b8d2b3ef544bd1" /><Relationship Type="http://schemas.openxmlformats.org/officeDocument/2006/relationships/slide" Target="/ppt/slides/slide18.xml" Id="R4c44f061c0e74894" /><Relationship Type="http://schemas.openxmlformats.org/officeDocument/2006/relationships/slide" Target="/ppt/slides/slide19.xml" Id="R86c0aa3462b3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0f6050adb4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a51b4e86345c5" /><Relationship Type="http://schemas.openxmlformats.org/officeDocument/2006/relationships/notesMaster" Target="/ppt/notesMasters/notesMaster1.xml" Id="Ra23588beb53e42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8d592be654441" /><Relationship Type="http://schemas.openxmlformats.org/officeDocument/2006/relationships/notesMaster" Target="/ppt/notesMasters/notesMaster1.xml" Id="R179fe71c20d546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0879ff37c4679" /><Relationship Type="http://schemas.openxmlformats.org/officeDocument/2006/relationships/notesMaster" Target="/ppt/notesMasters/notesMaster1.xml" Id="Re0b7a79a7a2344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ea5b10bb044226" /><Relationship Type="http://schemas.openxmlformats.org/officeDocument/2006/relationships/notesMaster" Target="/ppt/notesMasters/notesMaster1.xml" Id="R8b2e45df438c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95b0613cc14aa9" /><Relationship Type="http://schemas.openxmlformats.org/officeDocument/2006/relationships/notesMaster" Target="/ppt/notesMasters/notesMaster1.xml" Id="R1b9f7d3b9d9f4f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1c5538511a4aed" /><Relationship Type="http://schemas.openxmlformats.org/officeDocument/2006/relationships/notesMaster" Target="/ppt/notesMasters/notesMaster1.xml" Id="Ra5cc1600eeb946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a67afd2b5499b" /><Relationship Type="http://schemas.openxmlformats.org/officeDocument/2006/relationships/notesMaster" Target="/ppt/notesMasters/notesMaster1.xml" Id="R406a64b94d0443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91065575c44d91" /><Relationship Type="http://schemas.openxmlformats.org/officeDocument/2006/relationships/notesMaster" Target="/ppt/notesMasters/notesMaster1.xml" Id="Rc0c2113348194c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7921b06a68418b" /><Relationship Type="http://schemas.openxmlformats.org/officeDocument/2006/relationships/notesMaster" Target="/ppt/notesMasters/notesMaster1.xml" Id="R8d7b3aed457e4d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3920974e23449d" /><Relationship Type="http://schemas.openxmlformats.org/officeDocument/2006/relationships/notesMaster" Target="/ppt/notesMasters/notesMaster1.xml" Id="Rf68d4fd1582149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28547044674e98" /><Relationship Type="http://schemas.openxmlformats.org/officeDocument/2006/relationships/notesMaster" Target="/ppt/notesMasters/notesMaster1.xml" Id="R7a1f1e3fc2b846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6737b48bc84522" /><Relationship Type="http://schemas.openxmlformats.org/officeDocument/2006/relationships/notesMaster" Target="/ppt/notesMasters/notesMaster1.xml" Id="Radacc08d96c840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4e913a17ad4f49" /><Relationship Type="http://schemas.openxmlformats.org/officeDocument/2006/relationships/notesMaster" Target="/ppt/notesMasters/notesMaster1.xml" Id="R9eb73a6012ef4d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45222e89e24ff1" /><Relationship Type="http://schemas.openxmlformats.org/officeDocument/2006/relationships/notesMaster" Target="/ppt/notesMasters/notesMaster1.xml" Id="R5eb8ab5b8fc942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c96f7af2c340cb" /><Relationship Type="http://schemas.openxmlformats.org/officeDocument/2006/relationships/notesMaster" Target="/ppt/notesMasters/notesMaster1.xml" Id="Rb6c0d8f3482747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c5100e660e49c0" /><Relationship Type="http://schemas.openxmlformats.org/officeDocument/2006/relationships/notesMaster" Target="/ppt/notesMasters/notesMaster1.xml" Id="Rdc9d4be8b9054f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ccf4c6d81c4a17" /><Relationship Type="http://schemas.openxmlformats.org/officeDocument/2006/relationships/notesMaster" Target="/ppt/notesMasters/notesMaster1.xml" Id="Rc6d8d47400564a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f3d65ef5514db2" /><Relationship Type="http://schemas.openxmlformats.org/officeDocument/2006/relationships/notesMaster" Target="/ppt/notesMasters/notesMaster1.xml" Id="Re2a42bb590fb46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e8088b67244c17" /><Relationship Type="http://schemas.openxmlformats.org/officeDocument/2006/relationships/notesMaster" Target="/ppt/notesMasters/notesMaster1.xml" Id="R108f066cb26a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by Eternalgy 是为团队设计的 AI，当前以 Document Intelligence 切入。公司上下文与流程是产品定位。现有 host 仍为单一操作员与默认公司。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这是问题定义与设计方向。团队角色示意不表示当前 host 已具有多成员账号或团队权限。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水坝是创始人的商业化比喻，不是行业研究结论。搭建、使用、稳定三道门槛是产品设计与试点验证重点。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公司理解指明确保存并被任务调用的公司上下文，不是模型自动训练。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可以用旧 invoice、quotation、company profile 与可读官网内容提供背景。抽取事实需用户确认。此 repo 没有新增独立 OCR 或 crawler 服务，不能承诺只看几张文件即自动完成。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常见业务共享客户、商品、文件、采集与规则等结构。e 当前使用预置业务 schema，可按公司配置字段、模板和规则，不是自动创建任意数据库。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单次文件输出与 e 的流程方式做概念对比，不将所有其他 AI 归为只会 PDF。五个齿轮代表预置 schema、数据库记录、文档生命周期、SOP 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准备不写记录，草稿可以修改，issue 时验证并编号，保存 snapshots，PDF 与付款记录进入持续流程。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表单、review、stats 与 CSV 是现有工具。工程报告、每日打卡是可配置的数据采集例子，不代表完整工单、考勤或薪资系统。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资料依据：core/forms.mjs:418-481,552-574,830-884,991-1060,1084-1178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CRM preview，金额与数量为演示数据。代码实现应收、逾期、开票与收款趋势、报价pipeline，截图不代表经营业绩。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资料依据：core/dashboard.mjs:23-128; preview/crm-desktop.png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registry 七个 DI specialist。Orchestrator 所在外围 UIv2 host 接收需求与派发任务，specialist 共享记录但工具各有授权范围。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用细胞比喻说明分工与协作产生系统能力。修辞不对细胞认知能力作科学断言，也不等于仅靠单个 agent 就能保证整体可靠性。</a:t>
            </a:r>
          </a:p>
          <a:p xmlns:a="http://schemas.openxmlformats.org/drawingml/2006/main">
            <a:r>
              <a:t>依据：core/tools.mjs:16-24,729-737; host.mjs:26-70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两种架构思路的概念对比，不概括全部竞品。资料、模板、文件、表单为当前 specialist 职责例子。单元、调度与交接都需验证。</a:t>
            </a:r>
          </a:p>
          <a:p xmlns:a="http://schemas.openxmlformats.org/drawingml/2006/main">
            <a:r>
              <a:t>依据：core/tools.mjs:16-24,729-737; host.mjs:26-70; core/documents.mjs:210-339,353-392,467-493,504-549,568-602; core/actions.mjs:31-114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可检查机制是代码事实，不等于已验证成功率、低错误率或零错误。RLS 隔离在 di_app 角色可用时生效，数据库角色 unavailable 时有降级限制。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定义 MVP/working demo。当前 host 单操作员/default company，数据库 tenant-aware 不表示已有团队用户权限。MyInvois 尚无提交整合。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这是建议试点方法，不是正式套餐、价格、承诺期限或已取得客户成果。由客户选一条适合现有功能的流程，使用其真实资料并确认后运行。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投资命题是待验证的假设。没有 supplied traction、收入、市场规模、投资额、估值或财务数据，本页不虚构这些指标。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下一步：客户选一条真实流程试点，投资者共同验证商业化路径。不是报价、合同或募资条件。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所有产品实现依据为本地 repo。生成图仅作视觉比喻，截图为演示数据。资料截至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core/forms.mjs:418-481,552-574,830-884,991-1060,1084-1178</a:t>
            </a:r>
          </a:p>
          <a:p xmlns:a="http://schemas.openxmlformats.org/drawingml/2006/main">
            <a:r>
              <a:t>ONBOARDING.md; README.md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acf5df2f448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1ba26985e4bb7" /><Relationship Type="http://schemas.openxmlformats.org/officeDocument/2006/relationships/slideLayout" Target="/ppt/slideLayouts/slideLayout1.xml" Id="R2c6791aff68f4e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6791aff68f4e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c488b2f7b4c8c" /><Relationship Type="http://schemas.openxmlformats.org/officeDocument/2006/relationships/image" Target="/ppt/media/image.png" Id="Rd45fb4db5fb4408d" /><Relationship Type="http://schemas.openxmlformats.org/officeDocument/2006/relationships/image" Target="/ppt/media/image2.png" Id="R4a8ad18d8be44036" /><Relationship Type="http://schemas.openxmlformats.org/officeDocument/2006/relationships/notesSlide" Target="/ppt/notesSlides/notesSlide1.xml" Id="R3b648d3aa6e54c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871226b7f4381" /><Relationship Type="http://schemas.openxmlformats.org/officeDocument/2006/relationships/notesSlide" Target="/ppt/notesSlides/notesSlide2.xml" Id="R18c5664bbb64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d5e3f0632415a" /><Relationship Type="http://schemas.openxmlformats.org/officeDocument/2006/relationships/image" Target="/ppt/media/image3.png" Id="R3a9ed790df33434a" /><Relationship Type="http://schemas.openxmlformats.org/officeDocument/2006/relationships/notesSlide" Target="/ppt/notesSlides/notesSlide3.xml" Id="Rdffcf636bc9e42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669a869cd4c3c" /><Relationship Type="http://schemas.openxmlformats.org/officeDocument/2006/relationships/notesSlide" Target="/ppt/notesSlides/notesSlide4.xml" Id="R7c5d61b7bc504c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0e952cb5e4662" /><Relationship Type="http://schemas.openxmlformats.org/officeDocument/2006/relationships/image" Target="/ppt/media/image4.png" Id="R44bd2a0d530c4d74" /><Relationship Type="http://schemas.openxmlformats.org/officeDocument/2006/relationships/notesSlide" Target="/ppt/notesSlides/notesSlide5.xml" Id="Rca17769b0de349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65ae931344a9" /><Relationship Type="http://schemas.openxmlformats.org/officeDocument/2006/relationships/notesSlide" Target="/ppt/notesSlides/notesSlide6.xml" Id="R12a4069a6b9c4f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1e4ec890744de" /><Relationship Type="http://schemas.openxmlformats.org/officeDocument/2006/relationships/image" Target="/ppt/media/image5.png" Id="R7391895a596e4ada" /><Relationship Type="http://schemas.openxmlformats.org/officeDocument/2006/relationships/notesSlide" Target="/ppt/notesSlides/notesSlide7.xml" Id="Rd924191be01c4c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5906130e640b2" /><Relationship Type="http://schemas.openxmlformats.org/officeDocument/2006/relationships/notesSlide" Target="/ppt/notesSlides/notesSlide8.xml" Id="R739ca66ca055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30fa6ef6f4813" /><Relationship Type="http://schemas.openxmlformats.org/officeDocument/2006/relationships/notesSlide" Target="/ppt/notesSlides/notesSlide9.xml" Id="R6733b8e3c5ad47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c1a8583b943db" /><Relationship Type="http://schemas.openxmlformats.org/officeDocument/2006/relationships/image" Target="/ppt/media/image6.png" Id="Rcfb113cdb49840f8" /><Relationship Type="http://schemas.openxmlformats.org/officeDocument/2006/relationships/notesSlide" Target="/ppt/notesSlides/notesSlide10.xml" Id="R2ebb2bee51444a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fd48e9e4644d2" /><Relationship Type="http://schemas.openxmlformats.org/officeDocument/2006/relationships/notesSlide" Target="/ppt/notesSlides/notesSlide11.xml" Id="Rc345c83a0fe944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26eb60534fce" /><Relationship Type="http://schemas.openxmlformats.org/officeDocument/2006/relationships/image" Target="/ppt/media/image7.png" Id="R24bd91a92f9e4d14" /><Relationship Type="http://schemas.openxmlformats.org/officeDocument/2006/relationships/notesSlide" Target="/ppt/notesSlides/notesSlide12.xml" Id="R61fa6599afcd49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8007f28a40ee" /><Relationship Type="http://schemas.openxmlformats.org/officeDocument/2006/relationships/image" Target="/ppt/media/image8.png" Id="R4b036c78ba66466f" /><Relationship Type="http://schemas.openxmlformats.org/officeDocument/2006/relationships/notesSlide" Target="/ppt/notesSlides/notesSlide13.xml" Id="R347f772370d942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1ff5789df4ccb" /><Relationship Type="http://schemas.openxmlformats.org/officeDocument/2006/relationships/notesSlide" Target="/ppt/notesSlides/notesSlide14.xml" Id="R389fc3086dba4a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95b3084774229" /><Relationship Type="http://schemas.openxmlformats.org/officeDocument/2006/relationships/notesSlide" Target="/ppt/notesSlides/notesSlide15.xml" Id="Reee1f835371347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c9c1842304b98" /><Relationship Type="http://schemas.openxmlformats.org/officeDocument/2006/relationships/notesSlide" Target="/ppt/notesSlides/notesSlide16.xml" Id="R09f6c149a7db4d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5b720def5490e" /><Relationship Type="http://schemas.openxmlformats.org/officeDocument/2006/relationships/notesSlide" Target="/ppt/notesSlides/notesSlide17.xml" Id="Raccb5998537744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d789a0c38433e" /><Relationship Type="http://schemas.openxmlformats.org/officeDocument/2006/relationships/image" Target="/ppt/media/image9.png" Id="Rca4fd72e60844cb9" /><Relationship Type="http://schemas.openxmlformats.org/officeDocument/2006/relationships/notesSlide" Target="/ppt/notesSlides/notesSlide18.xml" Id="Ra3f16d97f38a41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8f906a40548ff" /><Relationship Type="http://schemas.openxmlformats.org/officeDocument/2006/relationships/notesSlide" Target="/ppt/notesSlides/notesSlide19.xml" Id="Rfabb211f1ebd4d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fb4db5fb4408d"/>
          <a:stretch xmlns:a="http://schemas.openxmlformats.org/drawingml/2006/main"/>
        </p:blipFill>
        <p:spPr>
          <a:xfrm xmlns:a="http://schemas.openxmlformats.org/drawingml/2006/main">
            <a:off x="704850" y="72390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0EDDE-09DD-4AF6-81A8-CCC916E0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00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AB3EC-C459-4C28-93F2-6504D475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972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B37FD-1526-4ED5-8D1B-C48EB8D6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让公司资料，成为 AI 的工作依据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595D3-4D40-452D-94A8-9F980F04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ad18d8be44036"/>
          <a:stretch xmlns:a="http://schemas.openxmlformats.org/drawingml/2006/main"/>
        </p:blipFill>
        <p:spPr>
          <a:xfrm xmlns:a="http://schemas.openxmlformats.org/drawingml/2006/main">
            <a:off x="7924800" y="1209204"/>
            <a:ext cx="3581400" cy="43824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C5708-DA00-4367-A1C1-B84EC68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48330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65775-A183-4F82-AF39-BDEBFE4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D9455-3F5D-4353-A8D7-894BA3B4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50E64-25E8-4D9D-96A7-8FA189D4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C682F-0F99-4B89-9ECC-AEC2B282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每个成员带来任务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公司提供共同依据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4020-63AF-4E4F-B359-7A80180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成员经验与旧文件中的信息，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需要延续到下一次工作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CE5FA-A89C-4A5F-BDEF-39DF12BF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36397-57ED-4069-89BF-39153AD1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销售任务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240BC-B385-430E-B3C7-5558ABE3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E9E11-E877-40DF-9C03-E0325CD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行政任务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6A2F2-FAD1-48AC-9888-1ED3F34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CE79D-51E2-4B40-9529-559DABF3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财务任务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AABAA-D3C7-4574-B6E0-A1CDEC9B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190750" cy="1714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79BB1-DB0D-48E1-B784-51CD61C9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公司上下文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2476500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3629025"/>
            <a:ext cx="8191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324850" y="3829050"/>
            <a:ext cx="819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EB3B9-8E89-4357-BA6B-18184F3C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产品方向：团队协作。多人账号与权限仍待完善。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19663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A057-C45D-4E5A-A07F-8668C27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AI 变现的最后一里路，是使用门槛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AB70A-6622-4ABF-B779-79DE73D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A235A-2D36-4288-AE13-B390A2FD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36C59-3A16-4CC8-9D1D-CE10B7A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模型能力像水源，真正的价值需要跨过三道门槛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ed790df33434a"/>
          <a:stretch xmlns:a="http://schemas.openxmlformats.org/drawingml/2006/main"/>
        </p:blipFill>
        <p:spPr>
          <a:xfrm xmlns:a="http://schemas.openxmlformats.org/drawingml/2006/main">
            <a:off x="685800" y="2328156"/>
            <a:ext cx="10820400" cy="3287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58CE-6F18-41A9-9D3B-FA73DE6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AD45E-3C74-4A00-B9D4-5A6FBA82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搭建门槛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8D3AC-7464-4B53-8DA6-FFD066B4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1E643-A0D0-42A8-8EB4-CE1864C3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BFFBF-4774-4493-8559-16C8596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4049-7EC3-440C-81E3-D93CB2E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</p:spTree>
    <p:extLst>
      <p:ext uri="{BB962C8B-B14F-4D97-AF65-F5344CB8AC3E}">
        <p14:creationId xmlns:p14="http://schemas.microsoft.com/office/powerpoint/2010/main" val="1929000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63482-11F2-4118-B266-A0E3ECDE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E6877-5F95-49FE-B1FE-3AD5A615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F571E-3670-423F-9BA6-2907274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AB1D3-D445-47FB-A78F-E3C2AD40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564AF-5EF4-4132-B81B-33A784A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文件与规则怎样运作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0E750-AF28-43DE-9F83-EF7D0178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0662B-D55E-4259-BEDC-7544BADF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查记录，准备文件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发现缺项，先询问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保存成果，延续后续工作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68A25-EE46-48ED-B987-C4564DEB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6896F-C529-4EEB-A472-0144D01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47875"/>
            <a:ext cx="0" cy="3248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E69EE-4629-488A-8DCD-B1547563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公司资料与规则，决定每一次工作怎样完成</a:t>
            </a:r>
          </a:p>
        </p:txBody>
      </p:sp>
    </p:spTree>
    <p:extLst>
      <p:ext uri="{BB962C8B-B14F-4D97-AF65-F5344CB8AC3E}">
        <p14:creationId xmlns:p14="http://schemas.microsoft.com/office/powerpoint/2010/main" val="253618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A04D8-1B17-47E1-BB31-1DDDD1B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17EAE-91E4-4167-BC38-C227A671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3F1D6-8D42-4500-AA3B-1422763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d2a0d530c4d74"/>
          <a:stretch xmlns:a="http://schemas.openxmlformats.org/drawingml/2006/main"/>
        </p:blipFill>
        <p:spPr>
          <a:xfrm xmlns:a="http://schemas.openxmlformats.org/drawingml/2006/main">
            <a:off x="852221" y="1781175"/>
            <a:ext cx="2838983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DBF5A-20A9-44DF-9E20-E2791ABA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你已有的文件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F90C6-B8CE-4914-A2D6-D5E4ECD2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97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CA65-1CA1-4027-B380-B15D5107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977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读取核心信息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AD69A-E3F4-4C56-832F-845B924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公司资料、旧报价单与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2D0BB-6795-4D7F-843C-7EF71B5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956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EDAEE-5A6F-433B-8BF5-E7103660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确认与保存设定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A0B21-96A8-4364-9A65-7959527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66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核对身份、付款条件与编号规则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EEC1A-D15A-45F2-8EAE-59172F77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815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F5140-B2B5-4E88-84E7-D7716C4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8152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预览并验证模板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63C5A-411C-4867-94FB-B97065CF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625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用实际文件检查输出</a:t>
            </a:r>
          </a:p>
        </p:txBody>
      </p:sp>
    </p:spTree>
    <p:extLst>
      <p:ext uri="{BB962C8B-B14F-4D97-AF65-F5344CB8AC3E}">
        <p14:creationId xmlns:p14="http://schemas.microsoft.com/office/powerpoint/2010/main" val="198170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9FDE3-FEBD-444D-AE18-5E7F52CF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C2192-0519-4CCE-A2EA-90CA2A7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58B64-C874-4C02-9F8B-5CF2A6C9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93A57-FC75-481F-AB0E-4B00B97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79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不同业务，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共享许多相同的结构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3A107-1A5A-4147-8E2F-2B065A4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以常用数据结构承接工作，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再适应公司的设定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27FCF-C2B9-4C50-B411-E32D365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000250" cy="1238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62A4C-9B41-44CE-8961-B907F2DF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1809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133DD-08C2-4F6A-BC74-70F3AA7D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4B8C9-A978-4CCC-BD6D-37BB19C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7791450" y="2395538"/>
            <a:ext cx="3810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439C9-856A-488B-ADA4-218CBE23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532A4-153B-4B35-82F1-B135AF35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cxnSp>
        <p:nvCxnSpPr>
          <p:cNvPr id="32" name=""/>
          <p:cNvCxnSpPr>
            <a:stCxn xmlns:a="http://schemas.openxmlformats.org/drawingml/2006/main" id="11" idx="1"/>
            <a:endCxn xmlns:a="http://schemas.openxmlformats.org/drawingml/2006/main" id="6" idx="4"/>
          </p:cNvCxnSpPr>
          <p:nvPr/>
        </p:nvCxnSpPr>
        <p:spPr>
          <a:xfrm xmlns:a="http://schemas.openxmlformats.org/drawingml/2006/main" flipH="1">
            <a:off x="10172700" y="2395538"/>
            <a:ext cx="3048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E4925-87E3-4981-988A-802D0A30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3E6D1-B14B-4C26-B58A-81F4553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35" name=""/>
          <p:cNvCxnSpPr>
            <a:stCxn xmlns:a="http://schemas.openxmlformats.org/drawingml/2006/main" id="1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791450" y="3857625"/>
            <a:ext cx="3810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3C2B4-EAD6-4193-BD76-9DEB07B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C9D70-D5F4-47A3-9D29-8647E057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cxnSp>
        <p:nvCxnSpPr>
          <p:cNvPr id="38" name=""/>
          <p:cNvCxnSpPr>
            <a:stCxn xmlns:a="http://schemas.openxmlformats.org/drawingml/2006/main" id="17" idx="1"/>
            <a:endCxn xmlns:a="http://schemas.openxmlformats.org/drawingml/2006/main" id="6" idx="4"/>
          </p:cNvCxnSpPr>
          <p:nvPr/>
        </p:nvCxnSpPr>
        <p:spPr>
          <a:xfrm xmlns:a="http://schemas.openxmlformats.org/drawingml/2006/main" flipH="1" flipV="1">
            <a:off x="10172700" y="3857625"/>
            <a:ext cx="3048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649475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31651-C190-4B77-924A-0F8B824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ABE12-CEFA-43B7-9D34-972C3AF2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B8E1A-0DB4-487B-8313-36BF2AFF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5F5AE-C83E-4669-80C0-308F5C2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CACBD-BCCB-450C-BAD7-B184831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单次文件输出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1895a596e4ada"/>
          <a:stretch xmlns:a="http://schemas.openxmlformats.org/drawingml/2006/main"/>
        </p:blipFill>
        <p:spPr>
          <a:xfrm xmlns:a="http://schemas.openxmlformats.org/drawingml/2006/main">
            <a:off x="1400175" y="2906210"/>
            <a:ext cx="1666875" cy="23600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77C22-C867-4DEB-B3FE-84ADDBF5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4E09A-1AC4-4CB1-8E99-628A494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21F5D-E2A8-4C3C-96FC-004929A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56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e：文档是一条业务流程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28065-B3C8-4FC1-851C-4C0E1D7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94156-3A48-4990-9FD8-43D1B110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677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EB981-FB19-4767-AA42-1C545256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80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F0DA-387E-4068-BDEF-CCD4AE81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677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B106A-5334-4837-A0FF-326123B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90D48-496C-4C73-AA45-A623CD5D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76FBE-4CDA-452F-9A5D-8B2B68F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9037F-B4BD-4540-8198-906AD43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345AD-4CDD-4C41-B15D-2CF0391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9310F-5D0D-4C56-8773-C32C44CD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F7DAF-4968-4A60-BA39-263B282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61ED5-5886-4A8C-AA53-646F8BA0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2BEDF-97BD-4080-A561-43507C84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8B6B3-D326-4789-9CD2-7A455B4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76070-6A1F-4D63-9C05-58E6664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BD317-44C7-446C-80D0-750909C0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B2B5C-0BFF-461F-AE99-760CB13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657350" cy="1657350"/>
          </a:xfrm>
          <a:custGeom xmlns:a="http://schemas.openxmlformats.org/drawingml/2006/main">
            <a:pathLst>
              <a:path w="1657350" h="1657350">
                <a:moveTo>
                  <a:pt x="828675" y="16573"/>
                </a:moveTo>
                <a:lnTo>
                  <a:pt x="934676" y="23521"/>
                </a:lnTo>
                <a:lnTo>
                  <a:pt x="1002401" y="180320"/>
                </a:lnTo>
                <a:lnTo>
                  <a:pt x="1085542" y="208542"/>
                </a:lnTo>
                <a:lnTo>
                  <a:pt x="1234726" y="125374"/>
                </a:lnTo>
                <a:lnTo>
                  <a:pt x="1323051" y="184392"/>
                </a:lnTo>
                <a:lnTo>
                  <a:pt x="1303304" y="354046"/>
                </a:lnTo>
                <a:lnTo>
                  <a:pt x="1361195" y="420058"/>
                </a:lnTo>
                <a:lnTo>
                  <a:pt x="1531976" y="422624"/>
                </a:lnTo>
                <a:lnTo>
                  <a:pt x="1578959" y="517897"/>
                </a:lnTo>
                <a:lnTo>
                  <a:pt x="1477030" y="654949"/>
                </a:lnTo>
                <a:lnTo>
                  <a:pt x="1494159" y="741062"/>
                </a:lnTo>
                <a:lnTo>
                  <a:pt x="1640777" y="828675"/>
                </a:lnTo>
                <a:lnTo>
                  <a:pt x="1633829" y="934676"/>
                </a:lnTo>
                <a:lnTo>
                  <a:pt x="1477030" y="1002401"/>
                </a:lnTo>
                <a:lnTo>
                  <a:pt x="1448808" y="1085542"/>
                </a:lnTo>
                <a:lnTo>
                  <a:pt x="1531976" y="1234726"/>
                </a:lnTo>
                <a:lnTo>
                  <a:pt x="1472958" y="1323051"/>
                </a:lnTo>
                <a:lnTo>
                  <a:pt x="1303304" y="1303304"/>
                </a:lnTo>
                <a:lnTo>
                  <a:pt x="1237292" y="1361195"/>
                </a:lnTo>
                <a:lnTo>
                  <a:pt x="1234726" y="1531976"/>
                </a:lnTo>
                <a:lnTo>
                  <a:pt x="1139453" y="1578959"/>
                </a:lnTo>
                <a:lnTo>
                  <a:pt x="1002401" y="1477030"/>
                </a:lnTo>
                <a:lnTo>
                  <a:pt x="916288" y="1494159"/>
                </a:lnTo>
                <a:lnTo>
                  <a:pt x="828675" y="1640777"/>
                </a:lnTo>
                <a:lnTo>
                  <a:pt x="722674" y="1633829"/>
                </a:lnTo>
                <a:lnTo>
                  <a:pt x="654949" y="1477030"/>
                </a:lnTo>
                <a:lnTo>
                  <a:pt x="571808" y="1448808"/>
                </a:lnTo>
                <a:lnTo>
                  <a:pt x="422624" y="1531976"/>
                </a:lnTo>
                <a:lnTo>
                  <a:pt x="334299" y="1472958"/>
                </a:lnTo>
                <a:lnTo>
                  <a:pt x="354046" y="1303304"/>
                </a:lnTo>
                <a:lnTo>
                  <a:pt x="296155" y="1237292"/>
                </a:lnTo>
                <a:lnTo>
                  <a:pt x="125374" y="1234726"/>
                </a:lnTo>
                <a:lnTo>
                  <a:pt x="78391" y="1139453"/>
                </a:lnTo>
                <a:lnTo>
                  <a:pt x="180320" y="1002401"/>
                </a:lnTo>
                <a:lnTo>
                  <a:pt x="163191" y="916288"/>
                </a:lnTo>
                <a:lnTo>
                  <a:pt x="16573" y="828675"/>
                </a:lnTo>
                <a:lnTo>
                  <a:pt x="23521" y="722674"/>
                </a:lnTo>
                <a:lnTo>
                  <a:pt x="180320" y="654949"/>
                </a:lnTo>
                <a:lnTo>
                  <a:pt x="208542" y="571808"/>
                </a:lnTo>
                <a:lnTo>
                  <a:pt x="125374" y="422624"/>
                </a:lnTo>
                <a:lnTo>
                  <a:pt x="184392" y="334299"/>
                </a:lnTo>
                <a:lnTo>
                  <a:pt x="354046" y="354046"/>
                </a:lnTo>
                <a:lnTo>
                  <a:pt x="420058" y="296155"/>
                </a:lnTo>
                <a:lnTo>
                  <a:pt x="422624" y="125374"/>
                </a:lnTo>
                <a:lnTo>
                  <a:pt x="517897" y="78391"/>
                </a:lnTo>
                <a:lnTo>
                  <a:pt x="654949" y="180320"/>
                </a:lnTo>
                <a:lnTo>
                  <a:pt x="741062" y="163191"/>
                </a:lnTo>
                <a:close/>
              </a:path>
            </a:pathLst>
          </a:custGeom>
          <a:solidFill xmlns:a="http://schemas.openxmlformats.org/drawingml/2006/main">
            <a:srgbClr val="1877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DBDE2-22AE-44A2-88CA-A5ECA30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850" y="3615500"/>
            <a:ext cx="1093851" cy="109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13626-D177-43DD-B946-824D5CB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394" y="3830955"/>
            <a:ext cx="1524762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923E6-1421-4518-8310-1EF1C4B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245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查记录、补缺项、发行文件、保存关联、追踪付款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084716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28DF2-C273-4D08-915A-C970F807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文件与业务记录，延续到付款之后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130CF-F5B5-4A01-A736-94C98CE3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EE4AB-7A7A-48B4-B04F-7C8255B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A0D4E-9227-450E-810A-D4C2BAE0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53B01-D8C2-4D39-ADD3-7DE1FD33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AF7B7-B070-43CB-B5F1-5CA66A3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62378-D50E-4E54-AB87-3A285C1A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识别客户与商品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检查缺项与规则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7ECEE-3B69-4501-AEF8-BA4259A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D65E9-45AA-498C-88D4-A568053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0D114-D244-40A2-B492-B810C41C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E9A2F-18A9-433C-BA47-58BB0503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核对内容与金额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确认后再发行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9D489-CE0D-464E-8A74-A4D40287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904F0-C476-4937-97FA-1DDC877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C77D6-B605-409C-9E68-2A8D8C7E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D4737-C0B8-4327-8DE7-D8D53F1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编号与历史快照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PDF 与业务关联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DF278-F6DF-4027-A098-230F9040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D07AB-9552-4843-90AF-F714C178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B0564-6446-4D4C-B1FF-E0BD57ED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930B0-50C4-41C8-9F5B-CD5EF38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记录分配与余额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追踪应收状态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5C028-CB17-40E6-B930-08A7B22D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下一次工作，从已有记录继续</a:t>
            </a:r>
          </a:p>
        </p:txBody>
      </p:sp>
    </p:spTree>
    <p:extLst>
      <p:ext uri="{BB962C8B-B14F-4D97-AF65-F5344CB8AC3E}">
        <p14:creationId xmlns:p14="http://schemas.microsoft.com/office/powerpoint/2010/main" val="737025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D77A1-63D5-48A5-87F5-CC8471A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 收集信息，e 处理后续工作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54A97-24C0-4B75-A3B0-463AECD4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509BB-2E3E-474D-A1EE-FECB20A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FC40-9D55-4637-A5E6-B786159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1929-F8F4-4D11-94E4-5ACBD8BF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BC602-81EE-4FE2-9A1A-262315D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3A6C1-AA0E-46E4-B212-B4B6FAD7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33600" cy="1657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AEBDE-21D6-4188-A164-77BEB4C8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4BDD3-A065-4E7B-A8C4-B69E5766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3360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57461-2D8A-4FA2-AF72-E7DD472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52BC6-2506-4B7F-A5E7-CD0FEFEF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94BC4-C2CD-4DFC-81DD-9216B46C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94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57150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F7C84-1253-451E-9491-998AEDB2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按字段绑定，关联客户、文件与下一步工作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786139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2D3FA-749E-4AA0-9D27-3C25C707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业务记录，让工作状态可见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F60E0-1E0C-41F8-A600-24CAE311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10210-0D2D-4887-B6F8-0626968F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5743D-3107-4CD3-A1D7-E790FD89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未收款项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逾期 invoice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待跟进 quotation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04BF1-E753-46E6-8A09-A94614A7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已有数据，形成业务概览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113cdb49840f8"/>
          <a:stretch xmlns:a="http://schemas.openxmlformats.org/drawingml/2006/main"/>
        </p:blipFill>
        <p:spPr>
          <a:xfrm xmlns:a="http://schemas.openxmlformats.org/drawingml/2006/main">
            <a:off x="6153990" y="1724025"/>
            <a:ext cx="4751294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3D589-CA74-4D8F-B956-3BB3EF6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43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现有界面预览。图中金额与数量为演示数据。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16967702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90E6AF-9A40-46C5-9557-B70091AC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7D5A5-F506-43A2-AF08-BAF9689E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FD427-37D8-4CEC-975A-F8D52E04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03C73-CEAB-4D4E-96F4-BA5E6EA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C9511-B2F4-4320-8B0C-5D032708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65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需求分配与结果协调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B06B9-7463-4C8A-92F1-7039338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6479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DE67C-18A5-4FD7-B10F-D560AC65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67928-586D-4B76-8FCE-5CB731A1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907BF-2C1B-48A4-A6EC-AB4C26C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6CAFE-33F6-485B-B35A-3509058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183DD-7E45-46E2-8B1B-7A6394FB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FB6A7-2916-416A-8AD5-72E8DE1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0EB65-BD82-4706-B5BB-B33A59C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52243-1137-4F2C-9007-D6A4AB79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582A1-9194-422A-AD98-9402488D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06BE2-C0D5-457D-9410-6F90D5CB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31639-C1D7-4A00-91AD-258CE1E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97EAB-32C6-4B67-BDFD-4616F410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A5342-533D-4B6C-BA2E-9B72B2EB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BD1D1-612A-44DB-A908-35DEAA1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B20DF-3E74-4D1F-AA17-67407EA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B367B-50DE-4900-9C74-4968770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34DD7-9C3A-4AED-8EF6-1423650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81909-C4D5-4001-97F5-A9BD3DCF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D9658-C931-4E02-9BBA-FC294F38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75E4F-21C0-4997-850B-1031981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99DCCB-2B83-45A9-8458-77B34FA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CDDA3-F8A4-489A-9125-50D88E1B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1A421-FAF8-4C11-8E9C-67F1DA85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819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3B777-354C-43F3-AA08-C373C5C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819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7263E-F46A-48CE-A949-B663A23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24450"/>
            <a:ext cx="36385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E9C85E-B962-4DA7-83E8-AAC3E82C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5067616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d91a92f9e4d1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83D7C-F25C-4F4A-B1F0-FF9D8493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0C2AF-4012-4DCA-AA66-6E962694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3FBEB-29C3-4591-9923-E601501E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EE96E-4D6C-4BDE-BEBA-D7232845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05502-15CE-47BD-99B4-AC39E7EB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335332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36c78ba66466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02A6E-BA88-4484-9212-36603BAB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细胞级 AI 的协作方式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1A48B-0EBB-4544-AFED-47C31D1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13988-1E84-4A52-A6F1-EFA7C0F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A854E-014C-44E5-A82C-4B28B80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2FC2B-5B52-4F76-8537-601D3EE1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95673-1631-4B8C-B544-6A27C5D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5645-AB02-4FAE-B0BA-BE49F8AE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5A689-B970-4337-B44D-035BC24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E6FC0-1562-44F1-AB6F-E21E79EF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487B6-DCB7-4462-AED4-0F997D4C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8BC42-256C-47A5-A39A-2E571CFF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1C125-1493-4460-AD70-2DAE624A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F1960-AAF9-4E85-BBAF-BC0A6D6E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11959817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47EFB-167F-44BE-9202-2E6DB0F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可靠性，来自可检查的边界设计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5FE97-E161-4CD1-9388-B3C4634F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EBC9B-C8D6-44DD-8539-DF76784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362B0-3931-49B4-9A58-1439F00C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7C11-4163-443B-A7A1-06EFC8F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每位专员只使用获授权的工具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2DCE5-AC9E-4C2A-B065-8EE02E4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越权请求，由系统拒绝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DF8D0-37A5-4E91-8101-0D38B047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CDBEE-FB93-4406-B59B-BD0C020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发行规则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4742F-A956-4232-84A0-7CAEDFF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发行前检查必填信息与公司规则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413B6-98AB-491E-8F3E-FAB7397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资料未补齐，不能发行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DDAF3-36E2-4725-9433-1E6E629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53704-50B3-4EC6-8B18-B1CF5CB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D8A58-EC03-4420-85A8-4057579B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发行后冻结内容，并保存历史快照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FC97A-B099-49B2-AB79-2C9C568B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后续修改，不改写旧文件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23B8E-4788-4765-915E-974D22DC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单元测试、调度与集成验证，共同检验整体交付</a:t>
            </a:r>
          </a:p>
        </p:txBody>
      </p:sp>
    </p:spTree>
    <p:extLst>
      <p:ext uri="{BB962C8B-B14F-4D97-AF65-F5344CB8AC3E}">
        <p14:creationId xmlns:p14="http://schemas.microsoft.com/office/powerpoint/2010/main" val="190552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B037B-7B85-4661-B84D-DEADFA7D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9FA2B-435A-4B34-B167-4C668C76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F077-C10F-465A-9FCC-1A4F6989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545E2-7BAA-49EC-B93B-2707EC67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4BE64-AE78-4EC6-A5B6-E0B5AD1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客户与商品记录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Quotation、invoice 与付款流程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表单、模板与业务概览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302E5-3DD6-4199-AD93-8AAAFBB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B02BE-3211-4D4D-9E72-BC44D32F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更多可验证的业务流程与分析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683A1-CE48-4B8E-9A55-E1E241D9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859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CA252-D375-466E-AED4-89F7637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8352716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FD7F9-01F1-4A93-92D3-21500AE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客户试点，以一条真实流程开始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5F60F-A75E-4BA2-B15D-A67E5FA9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F4DBF-6DDE-47FB-B10E-B98740D5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86D43-1AC5-49EF-8CC4-3ADD6B98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BA2D8-9A80-4C57-8E32-D7BF00F4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选流程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908E0-2799-45EF-8117-D6D73F5F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开票，或表单采集与处理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0B64C-0A5F-4383-ADC2-296C2C4C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1462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81E38-0D36-4DF9-AEA7-24CD9C3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BE848-E67C-4D9B-AB2B-A23AFDC0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81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用资料配置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E70BD-475E-4733-92D6-76EA4097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旧文件、规则与客户记录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875D8-E5F0-4AEE-9DB6-1F176437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52850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2AC80-1675-4024-B0BD-AC167CF8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9C61A-F277-46D5-BA3D-A22A6DB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运行真实工作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D52B2-19D0-4077-A293-75BE3EFD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确认输入，检查交付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79499-1DDC-4B02-90C6-0CD2F405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9107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148F9-8A3F-4EF6-BFD1-E92255B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F815F-B5C5-43DF-A1DE-EC90736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577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对照指标验收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F4012-754E-4DE1-853B-882A698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时间、返工与数据完整性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20612411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C4D45-9FF1-459D-8D23-C2EE5CB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投资验证：门槛降低能否带来付费使用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5B4B8-44FF-47C2-BBD6-9FE2DA9F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47564-AEC9-469E-A643-E67BAE1D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B4ADD-B2D6-418A-99FC-1225A4B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以重复文件工作切入，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围绕公司上下文扩展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3FA0A-396C-469A-8D0D-0AD9B3F1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配置成本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C0DEE-EEDA-4E27-9BDD-81CDE91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能否更快进入实际工作？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A80A4-7C0E-48A5-818F-B4010EB6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6ED57-A349-49B6-8755-F2F701AB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能否持续交付可检查的结果？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3EEDF-AAC9-4982-A744-A664A26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C34A-4288-4C1D-9AF3-867E1306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是否成为重复工作的习惯？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6FEFD-456A-4929-9066-54D3489F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付费意愿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617A-6AEB-4CD5-ACE3-983FA32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价值是否足以支持商业化？</a:t>
            </a:r>
          </a:p>
        </p:txBody>
      </p:sp>
    </p:spTree>
    <p:extLst>
      <p:ext uri="{BB962C8B-B14F-4D97-AF65-F5344CB8AC3E}">
        <p14:creationId xmlns:p14="http://schemas.microsoft.com/office/powerpoint/2010/main" val="1881101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F23F5-D67B-4EB7-A79E-9AD32B8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257FB-B38A-40CB-9414-0E14A7A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119F9-FD14-4D80-84C5-AEA3A362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投资者：共同验证团队 AI 的产品路径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fd72e60844cb9"/>
          <a:stretch xmlns:a="http://schemas.openxmlformats.org/drawingml/2006/main"/>
        </p:blipFill>
        <p:spPr>
          <a:xfrm xmlns:a="http://schemas.openxmlformats.org/drawingml/2006/main">
            <a:off x="9753600" y="46291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78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1305C-6DCF-458D-825C-58B0E20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D7437-BE15-4DBE-B0B8-9B6DC98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3F722-F22C-452C-9B44-EA6D0755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85301-99F0-4381-89B4-17ADE3E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8546C-42F9-459F-86F4-A4C61261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F2C4-5391-4F0B-AAB4-95A367C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13F5A-1F33-4B6D-8020-9293912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81943-652C-4313-AA4F-113001A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182D1-2400-4F05-8C8F-CE7A3C3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CEA8-6854-474F-A28D-5E01121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6088E-4C87-4FFC-ABD7-3E5F4B12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339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代码与预览支持功能说明，不代表部署验收或客户业绩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可靠性、使用与商业指标，需要在真实试点中验证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0BD4D-238C-4F23-9684-EC9A3F0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410665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2026-10-01T08:42:07.9820000Z</dcterms:created>
  <dcterms:modified xsi:type="dcterms:W3CDTF">2026-10-01T08:42:07.9820000Z</dcterms:modified>
</coreProperties>
</file>